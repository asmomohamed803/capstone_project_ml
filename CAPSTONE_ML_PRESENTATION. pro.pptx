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59" d="100"/>
          <a:sy n="59" d="100"/>
        </p:scale>
        <p:origin x="964"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473FD4B-C213-4451-B65D-354F2A8DFC1E}" type="datetimeFigureOut">
              <a:rPr lang="en-US" smtClean="0"/>
              <a:t>4/30/2026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0371890-280C-41FD-BB05-DCCB2C399233}" type="slidenum">
              <a:rPr lang="en-US" smtClean="0"/>
              <a:t>‹#›</a:t>
            </a:fld>
            <a:endParaRPr lang="en-US"/>
          </a:p>
        </p:txBody>
      </p:sp>
    </p:spTree>
    <p:extLst>
      <p:ext uri="{BB962C8B-B14F-4D97-AF65-F5344CB8AC3E}">
        <p14:creationId xmlns:p14="http://schemas.microsoft.com/office/powerpoint/2010/main" val="5920382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473FD4B-C213-4451-B65D-354F2A8DFC1E}" type="datetimeFigureOut">
              <a:rPr lang="en-US" smtClean="0"/>
              <a:t>4/30/2026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0371890-280C-41FD-BB05-DCCB2C399233}" type="slidenum">
              <a:rPr lang="en-US" smtClean="0"/>
              <a:t>‹#›</a:t>
            </a:fld>
            <a:endParaRPr lang="en-US"/>
          </a:p>
        </p:txBody>
      </p:sp>
    </p:spTree>
    <p:extLst>
      <p:ext uri="{BB962C8B-B14F-4D97-AF65-F5344CB8AC3E}">
        <p14:creationId xmlns:p14="http://schemas.microsoft.com/office/powerpoint/2010/main" val="15697690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473FD4B-C213-4451-B65D-354F2A8DFC1E}" type="datetimeFigureOut">
              <a:rPr lang="en-US" smtClean="0"/>
              <a:t>4/30/2026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0371890-280C-41FD-BB05-DCCB2C399233}" type="slidenum">
              <a:rPr lang="en-US" smtClean="0"/>
              <a:t>‹#›</a:t>
            </a:fld>
            <a:endParaRPr lang="en-US"/>
          </a:p>
        </p:txBody>
      </p:sp>
    </p:spTree>
    <p:extLst>
      <p:ext uri="{BB962C8B-B14F-4D97-AF65-F5344CB8AC3E}">
        <p14:creationId xmlns:p14="http://schemas.microsoft.com/office/powerpoint/2010/main" val="23140140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473FD4B-C213-4451-B65D-354F2A8DFC1E}" type="datetimeFigureOut">
              <a:rPr lang="en-US" smtClean="0"/>
              <a:t>4/30/2026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0371890-280C-41FD-BB05-DCCB2C399233}" type="slidenum">
              <a:rPr lang="en-US" smtClean="0"/>
              <a:t>‹#›</a:t>
            </a:fld>
            <a:endParaRPr lang="en-US"/>
          </a:p>
        </p:txBody>
      </p:sp>
    </p:spTree>
    <p:extLst>
      <p:ext uri="{BB962C8B-B14F-4D97-AF65-F5344CB8AC3E}">
        <p14:creationId xmlns:p14="http://schemas.microsoft.com/office/powerpoint/2010/main" val="17195132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473FD4B-C213-4451-B65D-354F2A8DFC1E}" type="datetimeFigureOut">
              <a:rPr lang="en-US" smtClean="0"/>
              <a:t>4/30/2026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0371890-280C-41FD-BB05-DCCB2C399233}" type="slidenum">
              <a:rPr lang="en-US" smtClean="0"/>
              <a:t>‹#›</a:t>
            </a:fld>
            <a:endParaRPr lang="en-US"/>
          </a:p>
        </p:txBody>
      </p:sp>
    </p:spTree>
    <p:extLst>
      <p:ext uri="{BB962C8B-B14F-4D97-AF65-F5344CB8AC3E}">
        <p14:creationId xmlns:p14="http://schemas.microsoft.com/office/powerpoint/2010/main" val="3926220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473FD4B-C213-4451-B65D-354F2A8DFC1E}" type="datetimeFigureOut">
              <a:rPr lang="en-US" smtClean="0"/>
              <a:t>4/30/2026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0371890-280C-41FD-BB05-DCCB2C399233}" type="slidenum">
              <a:rPr lang="en-US" smtClean="0"/>
              <a:t>‹#›</a:t>
            </a:fld>
            <a:endParaRPr lang="en-US"/>
          </a:p>
        </p:txBody>
      </p:sp>
    </p:spTree>
    <p:extLst>
      <p:ext uri="{BB962C8B-B14F-4D97-AF65-F5344CB8AC3E}">
        <p14:creationId xmlns:p14="http://schemas.microsoft.com/office/powerpoint/2010/main" val="4789202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473FD4B-C213-4451-B65D-354F2A8DFC1E}" type="datetimeFigureOut">
              <a:rPr lang="en-US" smtClean="0"/>
              <a:t>4/30/2026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0371890-280C-41FD-BB05-DCCB2C399233}" type="slidenum">
              <a:rPr lang="en-US" smtClean="0"/>
              <a:t>‹#›</a:t>
            </a:fld>
            <a:endParaRPr lang="en-US"/>
          </a:p>
        </p:txBody>
      </p:sp>
    </p:spTree>
    <p:extLst>
      <p:ext uri="{BB962C8B-B14F-4D97-AF65-F5344CB8AC3E}">
        <p14:creationId xmlns:p14="http://schemas.microsoft.com/office/powerpoint/2010/main" val="36850000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473FD4B-C213-4451-B65D-354F2A8DFC1E}" type="datetimeFigureOut">
              <a:rPr lang="en-US" smtClean="0"/>
              <a:t>4/30/2026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0371890-280C-41FD-BB05-DCCB2C399233}" type="slidenum">
              <a:rPr lang="en-US" smtClean="0"/>
              <a:t>‹#›</a:t>
            </a:fld>
            <a:endParaRPr lang="en-US"/>
          </a:p>
        </p:txBody>
      </p:sp>
    </p:spTree>
    <p:extLst>
      <p:ext uri="{BB962C8B-B14F-4D97-AF65-F5344CB8AC3E}">
        <p14:creationId xmlns:p14="http://schemas.microsoft.com/office/powerpoint/2010/main" val="35833023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473FD4B-C213-4451-B65D-354F2A8DFC1E}" type="datetimeFigureOut">
              <a:rPr lang="en-US" smtClean="0"/>
              <a:t>4/30/2026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0371890-280C-41FD-BB05-DCCB2C399233}" type="slidenum">
              <a:rPr lang="en-US" smtClean="0"/>
              <a:t>‹#›</a:t>
            </a:fld>
            <a:endParaRPr lang="en-US"/>
          </a:p>
        </p:txBody>
      </p:sp>
    </p:spTree>
    <p:extLst>
      <p:ext uri="{BB962C8B-B14F-4D97-AF65-F5344CB8AC3E}">
        <p14:creationId xmlns:p14="http://schemas.microsoft.com/office/powerpoint/2010/main" val="35692237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473FD4B-C213-4451-B65D-354F2A8DFC1E}" type="datetimeFigureOut">
              <a:rPr lang="en-US" smtClean="0"/>
              <a:t>4/30/2026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0371890-280C-41FD-BB05-DCCB2C399233}" type="slidenum">
              <a:rPr lang="en-US" smtClean="0"/>
              <a:t>‹#›</a:t>
            </a:fld>
            <a:endParaRPr lang="en-US"/>
          </a:p>
        </p:txBody>
      </p:sp>
    </p:spTree>
    <p:extLst>
      <p:ext uri="{BB962C8B-B14F-4D97-AF65-F5344CB8AC3E}">
        <p14:creationId xmlns:p14="http://schemas.microsoft.com/office/powerpoint/2010/main" val="40941096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473FD4B-C213-4451-B65D-354F2A8DFC1E}" type="datetimeFigureOut">
              <a:rPr lang="en-US" smtClean="0"/>
              <a:t>4/30/2026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0371890-280C-41FD-BB05-DCCB2C399233}" type="slidenum">
              <a:rPr lang="en-US" smtClean="0"/>
              <a:t>‹#›</a:t>
            </a:fld>
            <a:endParaRPr lang="en-US"/>
          </a:p>
        </p:txBody>
      </p:sp>
    </p:spTree>
    <p:extLst>
      <p:ext uri="{BB962C8B-B14F-4D97-AF65-F5344CB8AC3E}">
        <p14:creationId xmlns:p14="http://schemas.microsoft.com/office/powerpoint/2010/main" val="15968719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473FD4B-C213-4451-B65D-354F2A8DFC1E}" type="datetimeFigureOut">
              <a:rPr lang="en-US" smtClean="0"/>
              <a:t>4/30/2026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0371890-280C-41FD-BB05-DCCB2C399233}" type="slidenum">
              <a:rPr lang="en-US" smtClean="0"/>
              <a:t>‹#›</a:t>
            </a:fld>
            <a:endParaRPr lang="en-US"/>
          </a:p>
        </p:txBody>
      </p:sp>
    </p:spTree>
    <p:extLst>
      <p:ext uri="{BB962C8B-B14F-4D97-AF65-F5344CB8AC3E}">
        <p14:creationId xmlns:p14="http://schemas.microsoft.com/office/powerpoint/2010/main" val="3849979999"/>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8DB9CD9-59B1-4D73-BC4C-98796A48EF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8874A6A9-41FF-4E33-AFA8-F9F81436A5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id="{721D730E-1F97-4071-B143-B05E6D2599B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03402" y="3985"/>
            <a:ext cx="9772765" cy="6858000"/>
            <a:chOff x="1303402" y="3985"/>
            <a:chExt cx="9772765" cy="6858000"/>
          </a:xfrm>
        </p:grpSpPr>
        <p:sp>
          <p:nvSpPr>
            <p:cNvPr id="13" name="Freeform: Shape 12">
              <a:extLst>
                <a:ext uri="{FF2B5EF4-FFF2-40B4-BE49-F238E27FC236}">
                  <a16:creationId xmlns:a16="http://schemas.microsoft.com/office/drawing/2014/main" id="{B3849C6A-9EE5-4604-8EAE-DD4796B79D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985"/>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Freeform: Shape 13">
              <a:extLst>
                <a:ext uri="{FF2B5EF4-FFF2-40B4-BE49-F238E27FC236}">
                  <a16:creationId xmlns:a16="http://schemas.microsoft.com/office/drawing/2014/main" id="{308677BE-069B-4A4D-8732-E26B6EF567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985"/>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5" name="Freeform: Shape 14">
              <a:extLst>
                <a:ext uri="{FF2B5EF4-FFF2-40B4-BE49-F238E27FC236}">
                  <a16:creationId xmlns:a16="http://schemas.microsoft.com/office/drawing/2014/main" id="{9A9A575B-DD07-4388-963B-0AF3FDDCF3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985"/>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Shape 15">
              <a:extLst>
                <a:ext uri="{FF2B5EF4-FFF2-40B4-BE49-F238E27FC236}">
                  <a16:creationId xmlns:a16="http://schemas.microsoft.com/office/drawing/2014/main" id="{D55285E4-21EB-4EC1-AB8E-36E881E899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985"/>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Freeform: Shape 16">
              <a:extLst>
                <a:ext uri="{FF2B5EF4-FFF2-40B4-BE49-F238E27FC236}">
                  <a16:creationId xmlns:a16="http://schemas.microsoft.com/office/drawing/2014/main" id="{6A0C77B5-3FAA-4D4F-9555-89D7516088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985"/>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sp>
          <p:nvSpPr>
            <p:cNvPr id="18" name="Freeform: Shape 17">
              <a:extLst>
                <a:ext uri="{FF2B5EF4-FFF2-40B4-BE49-F238E27FC236}">
                  <a16:creationId xmlns:a16="http://schemas.microsoft.com/office/drawing/2014/main" id="{5F0C96D1-A8B7-4C8E-9997-D823FD1591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985"/>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Freeform: Shape 18">
              <a:extLst>
                <a:ext uri="{FF2B5EF4-FFF2-40B4-BE49-F238E27FC236}">
                  <a16:creationId xmlns:a16="http://schemas.microsoft.com/office/drawing/2014/main" id="{DA46556D-445B-4CD0-87A0-02A30BD1B15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985"/>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solidFill>
              <a:schemeClr val="bg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 name="Title 1">
            <a:extLst>
              <a:ext uri="{FF2B5EF4-FFF2-40B4-BE49-F238E27FC236}">
                <a16:creationId xmlns:a16="http://schemas.microsoft.com/office/drawing/2014/main" id="{244421CB-4A46-8C0E-A4F2-2FD01166B00F}"/>
              </a:ext>
            </a:extLst>
          </p:cNvPr>
          <p:cNvSpPr>
            <a:spLocks noGrp="1"/>
          </p:cNvSpPr>
          <p:nvPr>
            <p:ph type="ctrTitle"/>
          </p:nvPr>
        </p:nvSpPr>
        <p:spPr>
          <a:xfrm>
            <a:off x="3215729" y="1764407"/>
            <a:ext cx="5760846" cy="2310312"/>
          </a:xfrm>
        </p:spPr>
        <p:txBody>
          <a:bodyPr>
            <a:normAutofit/>
          </a:bodyPr>
          <a:lstStyle/>
          <a:p>
            <a:r>
              <a:rPr lang="en-US" sz="5200" b="1" i="1">
                <a:solidFill>
                  <a:schemeClr val="tx2"/>
                </a:solidFill>
              </a:rPr>
              <a:t>Presented by: Amal Abdirahman</a:t>
            </a:r>
            <a:br>
              <a:rPr lang="en-US" sz="5200" b="1" i="1">
                <a:solidFill>
                  <a:schemeClr val="tx2"/>
                </a:solidFill>
              </a:rPr>
            </a:br>
            <a:r>
              <a:rPr lang="en-US" sz="5200" b="1" i="1">
                <a:solidFill>
                  <a:schemeClr val="tx2"/>
                </a:solidFill>
              </a:rPr>
              <a:t>Date: 30</a:t>
            </a:r>
            <a:r>
              <a:rPr lang="en-US" sz="5200" b="1" i="1" baseline="30000">
                <a:solidFill>
                  <a:schemeClr val="tx2"/>
                </a:solidFill>
              </a:rPr>
              <a:t>th</a:t>
            </a:r>
            <a:r>
              <a:rPr lang="en-US" sz="5200" b="1" i="1">
                <a:solidFill>
                  <a:schemeClr val="tx2"/>
                </a:solidFill>
              </a:rPr>
              <a:t> April 2026</a:t>
            </a:r>
          </a:p>
        </p:txBody>
      </p:sp>
      <p:sp>
        <p:nvSpPr>
          <p:cNvPr id="3" name="Subtitle 2">
            <a:extLst>
              <a:ext uri="{FF2B5EF4-FFF2-40B4-BE49-F238E27FC236}">
                <a16:creationId xmlns:a16="http://schemas.microsoft.com/office/drawing/2014/main" id="{F4F268B1-4A61-283D-8259-25EEB49D366C}"/>
              </a:ext>
            </a:extLst>
          </p:cNvPr>
          <p:cNvSpPr>
            <a:spLocks noGrp="1"/>
          </p:cNvSpPr>
          <p:nvPr>
            <p:ph type="subTitle" idx="1"/>
          </p:nvPr>
        </p:nvSpPr>
        <p:spPr>
          <a:xfrm>
            <a:off x="3215729" y="4165152"/>
            <a:ext cx="5760846" cy="682079"/>
          </a:xfrm>
        </p:spPr>
        <p:txBody>
          <a:bodyPr>
            <a:normAutofit/>
          </a:bodyPr>
          <a:lstStyle/>
          <a:p>
            <a:r>
              <a:rPr lang="en-US" b="1">
                <a:solidFill>
                  <a:schemeClr val="tx2"/>
                </a:solidFill>
              </a:rPr>
              <a:t>CAPSTONE PROJECT</a:t>
            </a:r>
          </a:p>
        </p:txBody>
      </p:sp>
    </p:spTree>
    <p:extLst>
      <p:ext uri="{BB962C8B-B14F-4D97-AF65-F5344CB8AC3E}">
        <p14:creationId xmlns:p14="http://schemas.microsoft.com/office/powerpoint/2010/main" val="10194563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D038248A-211C-4EEC-8401-C761B929FB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C30A849F-66D9-40C8-BEC8-35AFF8F456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2" name="Title 1">
            <a:extLst>
              <a:ext uri="{FF2B5EF4-FFF2-40B4-BE49-F238E27FC236}">
                <a16:creationId xmlns:a16="http://schemas.microsoft.com/office/drawing/2014/main" id="{5B0A1BC7-20A6-5790-EB3C-8C6EC3EC936A}"/>
              </a:ext>
            </a:extLst>
          </p:cNvPr>
          <p:cNvSpPr>
            <a:spLocks noGrp="1"/>
          </p:cNvSpPr>
          <p:nvPr>
            <p:ph type="title"/>
          </p:nvPr>
        </p:nvSpPr>
        <p:spPr>
          <a:xfrm>
            <a:off x="1179226" y="1280679"/>
            <a:ext cx="9833548" cy="1325563"/>
          </a:xfrm>
        </p:spPr>
        <p:txBody>
          <a:bodyPr anchor="b">
            <a:normAutofit/>
          </a:bodyPr>
          <a:lstStyle/>
          <a:p>
            <a:pPr algn="ctr"/>
            <a:r>
              <a:rPr lang="en-US" sz="3600">
                <a:solidFill>
                  <a:schemeClr val="tx2"/>
                </a:solidFill>
              </a:rPr>
              <a:t>Project Overview &amp; Objectives</a:t>
            </a:r>
          </a:p>
        </p:txBody>
      </p:sp>
      <p:grpSp>
        <p:nvGrpSpPr>
          <p:cNvPr id="25" name="Group 24">
            <a:extLst>
              <a:ext uri="{FF2B5EF4-FFF2-40B4-BE49-F238E27FC236}">
                <a16:creationId xmlns:a16="http://schemas.microsoft.com/office/drawing/2014/main" id="{04542298-A2B1-480F-A11C-A40EDD19B85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289890" y="0"/>
            <a:ext cx="3902110" cy="2382977"/>
            <a:chOff x="6867015" y="-1"/>
            <a:chExt cx="5324985" cy="3251912"/>
          </a:xfrm>
          <a:solidFill>
            <a:schemeClr val="accent5">
              <a:alpha val="10000"/>
            </a:schemeClr>
          </a:solidFill>
        </p:grpSpPr>
        <p:sp>
          <p:nvSpPr>
            <p:cNvPr id="26" name="Freeform: Shape 25">
              <a:extLst>
                <a:ext uri="{FF2B5EF4-FFF2-40B4-BE49-F238E27FC236}">
                  <a16:creationId xmlns:a16="http://schemas.microsoft.com/office/drawing/2014/main" id="{74AEB45E-B965-46A0-8557-C646B5011B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Freeform: Shape 26">
              <a:extLst>
                <a:ext uri="{FF2B5EF4-FFF2-40B4-BE49-F238E27FC236}">
                  <a16:creationId xmlns:a16="http://schemas.microsoft.com/office/drawing/2014/main" id="{921A22C7-11AD-44B0-9BF7-6E3A458215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Freeform: Shape 27">
              <a:extLst>
                <a:ext uri="{FF2B5EF4-FFF2-40B4-BE49-F238E27FC236}">
                  <a16:creationId xmlns:a16="http://schemas.microsoft.com/office/drawing/2014/main" id="{87049D82-B7F3-4192-8337-4BDB16955E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Freeform: Shape 28">
              <a:extLst>
                <a:ext uri="{FF2B5EF4-FFF2-40B4-BE49-F238E27FC236}">
                  <a16:creationId xmlns:a16="http://schemas.microsoft.com/office/drawing/2014/main" id="{24A7FAD9-577C-4D2E-A3B5-C6D0A39D47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Content Placeholder 2">
            <a:extLst>
              <a:ext uri="{FF2B5EF4-FFF2-40B4-BE49-F238E27FC236}">
                <a16:creationId xmlns:a16="http://schemas.microsoft.com/office/drawing/2014/main" id="{56E51433-4F1D-BAED-3CD3-28AAB291BD5D}"/>
              </a:ext>
            </a:extLst>
          </p:cNvPr>
          <p:cNvSpPr>
            <a:spLocks noGrp="1"/>
          </p:cNvSpPr>
          <p:nvPr>
            <p:ph idx="1"/>
          </p:nvPr>
        </p:nvSpPr>
        <p:spPr>
          <a:xfrm>
            <a:off x="1179226" y="2890979"/>
            <a:ext cx="9833548" cy="2693976"/>
          </a:xfrm>
        </p:spPr>
        <p:txBody>
          <a:bodyPr>
            <a:normAutofit/>
          </a:bodyPr>
          <a:lstStyle/>
          <a:p>
            <a:pPr marL="0" indent="0">
              <a:buNone/>
            </a:pPr>
            <a:r>
              <a:rPr lang="en-US" sz="1800" b="1">
                <a:solidFill>
                  <a:schemeClr val="tx2"/>
                </a:solidFill>
              </a:rPr>
              <a:t>Goal:</a:t>
            </a:r>
            <a:r>
              <a:rPr lang="en-US" sz="1800">
                <a:solidFill>
                  <a:schemeClr val="tx2"/>
                </a:solidFill>
              </a:rPr>
              <a:t> To analyze procurement datasets and build predictive models to determine the "Status" of procurement activities.</a:t>
            </a:r>
          </a:p>
          <a:p>
            <a:pPr marL="0" indent="0">
              <a:buNone/>
            </a:pPr>
            <a:r>
              <a:rPr lang="en-US" sz="1800" b="1">
                <a:solidFill>
                  <a:schemeClr val="tx2"/>
                </a:solidFill>
              </a:rPr>
              <a:t>Key Tasks:</a:t>
            </a:r>
            <a:endParaRPr lang="en-US" sz="1800">
              <a:solidFill>
                <a:schemeClr val="tx2"/>
              </a:solidFill>
            </a:endParaRPr>
          </a:p>
          <a:p>
            <a:pPr marL="742950" lvl="1" indent="-285750">
              <a:buFont typeface="Arial" panose="020B0604020202020204" pitchFamily="34" charset="0"/>
              <a:buChar char="•"/>
            </a:pPr>
            <a:r>
              <a:rPr lang="en-US" sz="1800">
                <a:solidFill>
                  <a:schemeClr val="tx2"/>
                </a:solidFill>
              </a:rPr>
              <a:t>Exploratory Data Analysis (EDA) of PPDA datasets.</a:t>
            </a:r>
          </a:p>
          <a:p>
            <a:pPr marL="742950" lvl="1" indent="-285750">
              <a:buFont typeface="Arial" panose="020B0604020202020204" pitchFamily="34" charset="0"/>
              <a:buChar char="•"/>
            </a:pPr>
            <a:r>
              <a:rPr lang="en-US" sz="1800">
                <a:solidFill>
                  <a:schemeClr val="tx2"/>
                </a:solidFill>
              </a:rPr>
              <a:t>Data cleaning and preprocessing for Machine Learning.</a:t>
            </a:r>
          </a:p>
          <a:p>
            <a:pPr marL="742950" lvl="1" indent="-285750">
              <a:buFont typeface="Arial" panose="020B0604020202020204" pitchFamily="34" charset="0"/>
              <a:buChar char="•"/>
            </a:pPr>
            <a:r>
              <a:rPr lang="en-US" sz="1800">
                <a:solidFill>
                  <a:schemeClr val="tx2"/>
                </a:solidFill>
              </a:rPr>
              <a:t>Comparison of Classical ML (Random Forest) vs. Neural Networks (MLP).</a:t>
            </a:r>
          </a:p>
          <a:p>
            <a:pPr marL="742950" lvl="1" indent="-285750">
              <a:buFont typeface="Arial" panose="020B0604020202020204" pitchFamily="34" charset="0"/>
              <a:buChar char="•"/>
            </a:pPr>
            <a:r>
              <a:rPr lang="en-US" sz="1800">
                <a:solidFill>
                  <a:schemeClr val="tx2"/>
                </a:solidFill>
              </a:rPr>
              <a:t>Deployment of an interactive demo for real-time predictions.</a:t>
            </a:r>
          </a:p>
          <a:p>
            <a:endParaRPr lang="en-US" sz="1800">
              <a:solidFill>
                <a:schemeClr val="tx2"/>
              </a:solidFill>
            </a:endParaRPr>
          </a:p>
        </p:txBody>
      </p:sp>
      <p:grpSp>
        <p:nvGrpSpPr>
          <p:cNvPr id="18" name="Group 17">
            <a:extLst>
              <a:ext uri="{FF2B5EF4-FFF2-40B4-BE49-F238E27FC236}">
                <a16:creationId xmlns:a16="http://schemas.microsoft.com/office/drawing/2014/main" id="{2A5C9C35-2375-49EB-B99C-17C87D42FE7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flipH="1">
            <a:off x="0" y="4682671"/>
            <a:ext cx="2898948" cy="2175328"/>
            <a:chOff x="-305" y="-1"/>
            <a:chExt cx="3832880" cy="2876136"/>
          </a:xfrm>
        </p:grpSpPr>
        <p:sp>
          <p:nvSpPr>
            <p:cNvPr id="19" name="Freeform: Shape 18">
              <a:extLst>
                <a:ext uri="{FF2B5EF4-FFF2-40B4-BE49-F238E27FC236}">
                  <a16:creationId xmlns:a16="http://schemas.microsoft.com/office/drawing/2014/main" id="{7BE7B8C5-3FC9-47E9-B555-AFCB849A41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615B6EFE-6DC2-4A72-AC12-BCCC3638A6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AE8C1B65-6799-4DD1-B262-01901DA126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03829674-8FAF-4E90-9FB7-C6CE17839B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30884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7BF42CA-AD55-48B4-8949-C4DCA60A6A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66AE1D3D-3106-4CB2-AA7C-0C1642AC0F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12" name="Group 11">
            <a:extLst>
              <a:ext uri="{FF2B5EF4-FFF2-40B4-BE49-F238E27FC236}">
                <a16:creationId xmlns:a16="http://schemas.microsoft.com/office/drawing/2014/main" id="{0A31B6AF-B711-4CDB-8C2B-16E963DDC4C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137" y="0"/>
            <a:ext cx="5646974" cy="6483075"/>
            <a:chOff x="-19221" y="0"/>
            <a:chExt cx="5646974" cy="6483075"/>
          </a:xfrm>
        </p:grpSpPr>
        <p:sp>
          <p:nvSpPr>
            <p:cNvPr id="13" name="Freeform: Shape 12">
              <a:extLst>
                <a:ext uri="{FF2B5EF4-FFF2-40B4-BE49-F238E27FC236}">
                  <a16:creationId xmlns:a16="http://schemas.microsoft.com/office/drawing/2014/main" id="{CA818331-E13C-49C6-B98D-A60AD0E85A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116610"/>
              <a:ext cx="5535001" cy="6250127"/>
            </a:xfrm>
            <a:custGeom>
              <a:avLst/>
              <a:gdLst>
                <a:gd name="connsiteX0" fmla="*/ 2510242 w 5535001"/>
                <a:gd name="connsiteY0" fmla="*/ 174 h 6250127"/>
                <a:gd name="connsiteX1" fmla="*/ 2550551 w 5535001"/>
                <a:gd name="connsiteY1" fmla="*/ 510 h 6250127"/>
                <a:gd name="connsiteX2" fmla="*/ 2629490 w 5535001"/>
                <a:gd name="connsiteY2" fmla="*/ 3757 h 6250127"/>
                <a:gd name="connsiteX3" fmla="*/ 2708317 w 5535001"/>
                <a:gd name="connsiteY3" fmla="*/ 7229 h 6250127"/>
                <a:gd name="connsiteX4" fmla="*/ 2787256 w 5535001"/>
                <a:gd name="connsiteY4" fmla="*/ 14619 h 6250127"/>
                <a:gd name="connsiteX5" fmla="*/ 3408467 w 5535001"/>
                <a:gd name="connsiteY5" fmla="*/ 145064 h 6250127"/>
                <a:gd name="connsiteX6" fmla="*/ 3557723 w 5535001"/>
                <a:gd name="connsiteY6" fmla="*/ 199593 h 6250127"/>
                <a:gd name="connsiteX7" fmla="*/ 3594337 w 5535001"/>
                <a:gd name="connsiteY7" fmla="*/ 214597 h 6250127"/>
                <a:gd name="connsiteX8" fmla="*/ 3630616 w 5535001"/>
                <a:gd name="connsiteY8" fmla="*/ 230385 h 6250127"/>
                <a:gd name="connsiteX9" fmla="*/ 3703172 w 5535001"/>
                <a:gd name="connsiteY9" fmla="*/ 262073 h 6250127"/>
                <a:gd name="connsiteX10" fmla="*/ 3739003 w 5535001"/>
                <a:gd name="connsiteY10" fmla="*/ 278756 h 6250127"/>
                <a:gd name="connsiteX11" fmla="*/ 3756806 w 5535001"/>
                <a:gd name="connsiteY11" fmla="*/ 287266 h 6250127"/>
                <a:gd name="connsiteX12" fmla="*/ 3773714 w 5535001"/>
                <a:gd name="connsiteY12" fmla="*/ 297567 h 6250127"/>
                <a:gd name="connsiteX13" fmla="*/ 3840784 w 5535001"/>
                <a:gd name="connsiteY13" fmla="*/ 339332 h 6250127"/>
                <a:gd name="connsiteX14" fmla="*/ 3873927 w 5535001"/>
                <a:gd name="connsiteY14" fmla="*/ 360495 h 6250127"/>
                <a:gd name="connsiteX15" fmla="*/ 3906062 w 5535001"/>
                <a:gd name="connsiteY15" fmla="*/ 383001 h 6250127"/>
                <a:gd name="connsiteX16" fmla="*/ 3969662 w 5535001"/>
                <a:gd name="connsiteY16" fmla="*/ 428572 h 6250127"/>
                <a:gd name="connsiteX17" fmla="*/ 4423029 w 5535001"/>
                <a:gd name="connsiteY17" fmla="*/ 837600 h 6250127"/>
                <a:gd name="connsiteX18" fmla="*/ 4474647 w 5535001"/>
                <a:gd name="connsiteY18" fmla="*/ 891569 h 6250127"/>
                <a:gd name="connsiteX19" fmla="*/ 4524250 w 5535001"/>
                <a:gd name="connsiteY19" fmla="*/ 946883 h 6250127"/>
                <a:gd name="connsiteX20" fmla="*/ 4573965 w 5535001"/>
                <a:gd name="connsiteY20" fmla="*/ 1001748 h 6250127"/>
                <a:gd name="connsiteX21" fmla="*/ 4622224 w 5535001"/>
                <a:gd name="connsiteY21" fmla="*/ 1057509 h 6250127"/>
                <a:gd name="connsiteX22" fmla="*/ 4717510 w 5535001"/>
                <a:gd name="connsiteY22" fmla="*/ 1169143 h 6250127"/>
                <a:gd name="connsiteX23" fmla="*/ 4764986 w 5535001"/>
                <a:gd name="connsiteY23" fmla="*/ 1224681 h 6250127"/>
                <a:gd name="connsiteX24" fmla="*/ 4813021 w 5535001"/>
                <a:gd name="connsiteY24" fmla="*/ 1279994 h 6250127"/>
                <a:gd name="connsiteX25" fmla="*/ 5001915 w 5535001"/>
                <a:gd name="connsiteY25" fmla="*/ 1506846 h 6250127"/>
                <a:gd name="connsiteX26" fmla="*/ 5170542 w 5535001"/>
                <a:gd name="connsiteY26" fmla="*/ 1751165 h 6250127"/>
                <a:gd name="connsiteX27" fmla="*/ 5428969 w 5535001"/>
                <a:gd name="connsiteY27" fmla="*/ 2293660 h 6250127"/>
                <a:gd name="connsiteX28" fmla="*/ 5534893 w 5535001"/>
                <a:gd name="connsiteY28" fmla="*/ 2899307 h 6250127"/>
                <a:gd name="connsiteX29" fmla="*/ 5508804 w 5535001"/>
                <a:gd name="connsiteY29" fmla="*/ 3211144 h 6250127"/>
                <a:gd name="connsiteX30" fmla="*/ 5426282 w 5535001"/>
                <a:gd name="connsiteY30" fmla="*/ 3513352 h 6250127"/>
                <a:gd name="connsiteX31" fmla="*/ 5248250 w 5535001"/>
                <a:gd name="connsiteY31" fmla="*/ 4030542 h 6250127"/>
                <a:gd name="connsiteX32" fmla="*/ 5208612 w 5535001"/>
                <a:gd name="connsiteY32" fmla="*/ 4161771 h 6250127"/>
                <a:gd name="connsiteX33" fmla="*/ 5170318 w 5535001"/>
                <a:gd name="connsiteY33" fmla="*/ 4294680 h 6250127"/>
                <a:gd name="connsiteX34" fmla="*/ 5132248 w 5535001"/>
                <a:gd name="connsiteY34" fmla="*/ 4430164 h 6250127"/>
                <a:gd name="connsiteX35" fmla="*/ 5112765 w 5535001"/>
                <a:gd name="connsiteY35" fmla="*/ 4498914 h 6250127"/>
                <a:gd name="connsiteX36" fmla="*/ 5091715 w 5535001"/>
                <a:gd name="connsiteY36" fmla="*/ 4569119 h 6250127"/>
                <a:gd name="connsiteX37" fmla="*/ 5068985 w 5535001"/>
                <a:gd name="connsiteY37" fmla="*/ 4640220 h 6250127"/>
                <a:gd name="connsiteX38" fmla="*/ 5043904 w 5535001"/>
                <a:gd name="connsiteY38" fmla="*/ 4712105 h 6250127"/>
                <a:gd name="connsiteX39" fmla="*/ 5015799 w 5535001"/>
                <a:gd name="connsiteY39" fmla="*/ 4784438 h 6250127"/>
                <a:gd name="connsiteX40" fmla="*/ 4982880 w 5535001"/>
                <a:gd name="connsiteY40" fmla="*/ 4856435 h 6250127"/>
                <a:gd name="connsiteX41" fmla="*/ 4817276 w 5535001"/>
                <a:gd name="connsiteY41" fmla="*/ 5125275 h 6250127"/>
                <a:gd name="connsiteX42" fmla="*/ 4618753 w 5535001"/>
                <a:gd name="connsiteY42" fmla="*/ 5355374 h 6250127"/>
                <a:gd name="connsiteX43" fmla="*/ 4566575 w 5535001"/>
                <a:gd name="connsiteY43" fmla="*/ 5408560 h 6250127"/>
                <a:gd name="connsiteX44" fmla="*/ 4513837 w 5535001"/>
                <a:gd name="connsiteY44" fmla="*/ 5461186 h 6250127"/>
                <a:gd name="connsiteX45" fmla="*/ 4459531 w 5535001"/>
                <a:gd name="connsiteY45" fmla="*/ 5512580 h 6250127"/>
                <a:gd name="connsiteX46" fmla="*/ 4404554 w 5535001"/>
                <a:gd name="connsiteY46" fmla="*/ 5563526 h 6250127"/>
                <a:gd name="connsiteX47" fmla="*/ 4348009 w 5535001"/>
                <a:gd name="connsiteY47" fmla="*/ 5613017 h 6250127"/>
                <a:gd name="connsiteX48" fmla="*/ 4290568 w 5535001"/>
                <a:gd name="connsiteY48" fmla="*/ 5661948 h 6250127"/>
                <a:gd name="connsiteX49" fmla="*/ 4276124 w 5535001"/>
                <a:gd name="connsiteY49" fmla="*/ 5674153 h 6250127"/>
                <a:gd name="connsiteX50" fmla="*/ 4261120 w 5535001"/>
                <a:gd name="connsiteY50" fmla="*/ 5685798 h 6250127"/>
                <a:gd name="connsiteX51" fmla="*/ 4231112 w 5535001"/>
                <a:gd name="connsiteY51" fmla="*/ 5708976 h 6250127"/>
                <a:gd name="connsiteX52" fmla="*/ 4170984 w 5535001"/>
                <a:gd name="connsiteY52" fmla="*/ 5755443 h 6250127"/>
                <a:gd name="connsiteX53" fmla="*/ 4046025 w 5535001"/>
                <a:gd name="connsiteY53" fmla="*/ 5843228 h 6250127"/>
                <a:gd name="connsiteX54" fmla="*/ 3915356 w 5535001"/>
                <a:gd name="connsiteY54" fmla="*/ 5923735 h 6250127"/>
                <a:gd name="connsiteX55" fmla="*/ 3346323 w 5535001"/>
                <a:gd name="connsiteY55" fmla="*/ 6158872 h 6250127"/>
                <a:gd name="connsiteX56" fmla="*/ 2743476 w 5535001"/>
                <a:gd name="connsiteY56" fmla="*/ 6247328 h 6250127"/>
                <a:gd name="connsiteX57" fmla="*/ 2668120 w 5535001"/>
                <a:gd name="connsiteY57" fmla="*/ 6249344 h 6250127"/>
                <a:gd name="connsiteX58" fmla="*/ 2630498 w 5535001"/>
                <a:gd name="connsiteY58" fmla="*/ 6250127 h 6250127"/>
                <a:gd name="connsiteX59" fmla="*/ 2592988 w 5535001"/>
                <a:gd name="connsiteY59" fmla="*/ 6249568 h 6250127"/>
                <a:gd name="connsiteX60" fmla="*/ 2518080 w 5535001"/>
                <a:gd name="connsiteY60" fmla="*/ 6247777 h 6250127"/>
                <a:gd name="connsiteX61" fmla="*/ 2442948 w 5535001"/>
                <a:gd name="connsiteY61" fmla="*/ 6244529 h 6250127"/>
                <a:gd name="connsiteX62" fmla="*/ 2291676 w 5535001"/>
                <a:gd name="connsiteY62" fmla="*/ 6232213 h 6250127"/>
                <a:gd name="connsiteX63" fmla="*/ 2141412 w 5535001"/>
                <a:gd name="connsiteY63" fmla="*/ 6212394 h 6250127"/>
                <a:gd name="connsiteX64" fmla="*/ 1992715 w 5535001"/>
                <a:gd name="connsiteY64" fmla="*/ 6184961 h 6250127"/>
                <a:gd name="connsiteX65" fmla="*/ 1845811 w 5535001"/>
                <a:gd name="connsiteY65" fmla="*/ 6151034 h 6250127"/>
                <a:gd name="connsiteX66" fmla="*/ 1701033 w 5535001"/>
                <a:gd name="connsiteY66" fmla="*/ 6110724 h 6250127"/>
                <a:gd name="connsiteX67" fmla="*/ 1629484 w 5535001"/>
                <a:gd name="connsiteY67" fmla="*/ 6088219 h 6250127"/>
                <a:gd name="connsiteX68" fmla="*/ 1558383 w 5535001"/>
                <a:gd name="connsiteY68" fmla="*/ 6064929 h 6250127"/>
                <a:gd name="connsiteX69" fmla="*/ 1011968 w 5535001"/>
                <a:gd name="connsiteY69" fmla="*/ 5828896 h 6250127"/>
                <a:gd name="connsiteX70" fmla="*/ 511237 w 5535001"/>
                <a:gd name="connsiteY70" fmla="*/ 5512356 h 6250127"/>
                <a:gd name="connsiteX71" fmla="*/ 395572 w 5535001"/>
                <a:gd name="connsiteY71" fmla="*/ 5419757 h 6250127"/>
                <a:gd name="connsiteX72" fmla="*/ 284722 w 5535001"/>
                <a:gd name="connsiteY72" fmla="*/ 5321559 h 6250127"/>
                <a:gd name="connsiteX73" fmla="*/ 257513 w 5535001"/>
                <a:gd name="connsiteY73" fmla="*/ 5296477 h 6250127"/>
                <a:gd name="connsiteX74" fmla="*/ 243853 w 5535001"/>
                <a:gd name="connsiteY74" fmla="*/ 5283937 h 6250127"/>
                <a:gd name="connsiteX75" fmla="*/ 230752 w 5535001"/>
                <a:gd name="connsiteY75" fmla="*/ 5270836 h 6250127"/>
                <a:gd name="connsiteX76" fmla="*/ 178574 w 5535001"/>
                <a:gd name="connsiteY76" fmla="*/ 5218322 h 6250127"/>
                <a:gd name="connsiteX77" fmla="*/ 126508 w 5535001"/>
                <a:gd name="connsiteY77" fmla="*/ 5165584 h 6250127"/>
                <a:gd name="connsiteX78" fmla="*/ 76345 w 5535001"/>
                <a:gd name="connsiteY78" fmla="*/ 5111167 h 6250127"/>
                <a:gd name="connsiteX79" fmla="*/ 26407 w 5535001"/>
                <a:gd name="connsiteY79" fmla="*/ 5056413 h 6250127"/>
                <a:gd name="connsiteX80" fmla="*/ 0 w 5535001"/>
                <a:gd name="connsiteY80" fmla="*/ 5024776 h 6250127"/>
                <a:gd name="connsiteX81" fmla="*/ 0 w 5535001"/>
                <a:gd name="connsiteY81" fmla="*/ 4492798 h 6250127"/>
                <a:gd name="connsiteX82" fmla="*/ 28534 w 5535001"/>
                <a:gd name="connsiteY82" fmla="*/ 4537879 h 6250127"/>
                <a:gd name="connsiteX83" fmla="*/ 66604 w 5535001"/>
                <a:gd name="connsiteY83" fmla="*/ 4592745 h 6250127"/>
                <a:gd name="connsiteX84" fmla="*/ 104114 w 5535001"/>
                <a:gd name="connsiteY84" fmla="*/ 4647834 h 6250127"/>
                <a:gd name="connsiteX85" fmla="*/ 143751 w 5535001"/>
                <a:gd name="connsiteY85" fmla="*/ 4701580 h 6250127"/>
                <a:gd name="connsiteX86" fmla="*/ 182717 w 5535001"/>
                <a:gd name="connsiteY86" fmla="*/ 4755773 h 6250127"/>
                <a:gd name="connsiteX87" fmla="*/ 223810 w 5535001"/>
                <a:gd name="connsiteY87" fmla="*/ 4808399 h 6250127"/>
                <a:gd name="connsiteX88" fmla="*/ 264679 w 5535001"/>
                <a:gd name="connsiteY88" fmla="*/ 4861249 h 6250127"/>
                <a:gd name="connsiteX89" fmla="*/ 307788 w 5535001"/>
                <a:gd name="connsiteY89" fmla="*/ 4912420 h 6250127"/>
                <a:gd name="connsiteX90" fmla="*/ 351232 w 5535001"/>
                <a:gd name="connsiteY90" fmla="*/ 4963254 h 6250127"/>
                <a:gd name="connsiteX91" fmla="*/ 397028 w 5535001"/>
                <a:gd name="connsiteY91" fmla="*/ 5012185 h 6250127"/>
                <a:gd name="connsiteX92" fmla="*/ 443496 w 5535001"/>
                <a:gd name="connsiteY92" fmla="*/ 5060444 h 6250127"/>
                <a:gd name="connsiteX93" fmla="*/ 455140 w 5535001"/>
                <a:gd name="connsiteY93" fmla="*/ 5072537 h 6250127"/>
                <a:gd name="connsiteX94" fmla="*/ 467345 w 5535001"/>
                <a:gd name="connsiteY94" fmla="*/ 5083958 h 6250127"/>
                <a:gd name="connsiteX95" fmla="*/ 491755 w 5535001"/>
                <a:gd name="connsiteY95" fmla="*/ 5106912 h 6250127"/>
                <a:gd name="connsiteX96" fmla="*/ 540686 w 5535001"/>
                <a:gd name="connsiteY96" fmla="*/ 5152819 h 6250127"/>
                <a:gd name="connsiteX97" fmla="*/ 552890 w 5535001"/>
                <a:gd name="connsiteY97" fmla="*/ 5164353 h 6250127"/>
                <a:gd name="connsiteX98" fmla="*/ 565655 w 5535001"/>
                <a:gd name="connsiteY98" fmla="*/ 5175214 h 6250127"/>
                <a:gd name="connsiteX99" fmla="*/ 591072 w 5535001"/>
                <a:gd name="connsiteY99" fmla="*/ 5197048 h 6250127"/>
                <a:gd name="connsiteX100" fmla="*/ 694197 w 5535001"/>
                <a:gd name="connsiteY100" fmla="*/ 5283041 h 6250127"/>
                <a:gd name="connsiteX101" fmla="*/ 1146221 w 5535001"/>
                <a:gd name="connsiteY101" fmla="*/ 5573716 h 6250127"/>
                <a:gd name="connsiteX102" fmla="*/ 1650982 w 5535001"/>
                <a:gd name="connsiteY102" fmla="*/ 5758130 h 6250127"/>
                <a:gd name="connsiteX103" fmla="*/ 1716485 w 5535001"/>
                <a:gd name="connsiteY103" fmla="*/ 5772798 h 6250127"/>
                <a:gd name="connsiteX104" fmla="*/ 1782211 w 5535001"/>
                <a:gd name="connsiteY104" fmla="*/ 5786235 h 6250127"/>
                <a:gd name="connsiteX105" fmla="*/ 1848386 w 5535001"/>
                <a:gd name="connsiteY105" fmla="*/ 5796984 h 6250127"/>
                <a:gd name="connsiteX106" fmla="*/ 1881417 w 5535001"/>
                <a:gd name="connsiteY106" fmla="*/ 5802359 h 6250127"/>
                <a:gd name="connsiteX107" fmla="*/ 1914560 w 5535001"/>
                <a:gd name="connsiteY107" fmla="*/ 5807061 h 6250127"/>
                <a:gd name="connsiteX108" fmla="*/ 2047469 w 5535001"/>
                <a:gd name="connsiteY108" fmla="*/ 5821282 h 6250127"/>
                <a:gd name="connsiteX109" fmla="*/ 2180601 w 5535001"/>
                <a:gd name="connsiteY109" fmla="*/ 5828896 h 6250127"/>
                <a:gd name="connsiteX110" fmla="*/ 2313622 w 5535001"/>
                <a:gd name="connsiteY110" fmla="*/ 5830463 h 6250127"/>
                <a:gd name="connsiteX111" fmla="*/ 2380021 w 5535001"/>
                <a:gd name="connsiteY111" fmla="*/ 5828448 h 6250127"/>
                <a:gd name="connsiteX112" fmla="*/ 2446195 w 5535001"/>
                <a:gd name="connsiteY112" fmla="*/ 5826433 h 6250127"/>
                <a:gd name="connsiteX113" fmla="*/ 2513041 w 5535001"/>
                <a:gd name="connsiteY113" fmla="*/ 5822737 h 6250127"/>
                <a:gd name="connsiteX114" fmla="*/ 2580111 w 5535001"/>
                <a:gd name="connsiteY114" fmla="*/ 5818258 h 6250127"/>
                <a:gd name="connsiteX115" fmla="*/ 2613590 w 5535001"/>
                <a:gd name="connsiteY115" fmla="*/ 5816355 h 6250127"/>
                <a:gd name="connsiteX116" fmla="*/ 2646845 w 5535001"/>
                <a:gd name="connsiteY116" fmla="*/ 5813108 h 6250127"/>
                <a:gd name="connsiteX117" fmla="*/ 2713244 w 5535001"/>
                <a:gd name="connsiteY117" fmla="*/ 5806838 h 6250127"/>
                <a:gd name="connsiteX118" fmla="*/ 3230882 w 5535001"/>
                <a:gd name="connsiteY118" fmla="*/ 5721292 h 6250127"/>
                <a:gd name="connsiteX119" fmla="*/ 3720416 w 5535001"/>
                <a:gd name="connsiteY119" fmla="*/ 5556472 h 6250127"/>
                <a:gd name="connsiteX120" fmla="*/ 3837425 w 5535001"/>
                <a:gd name="connsiteY120" fmla="*/ 5499927 h 6250127"/>
                <a:gd name="connsiteX121" fmla="*/ 3951634 w 5535001"/>
                <a:gd name="connsiteY121" fmla="*/ 5436552 h 6250127"/>
                <a:gd name="connsiteX122" fmla="*/ 4007284 w 5535001"/>
                <a:gd name="connsiteY122" fmla="*/ 5401841 h 6250127"/>
                <a:gd name="connsiteX123" fmla="*/ 4035164 w 5535001"/>
                <a:gd name="connsiteY123" fmla="*/ 5384374 h 6250127"/>
                <a:gd name="connsiteX124" fmla="*/ 4049049 w 5535001"/>
                <a:gd name="connsiteY124" fmla="*/ 5375640 h 6250127"/>
                <a:gd name="connsiteX125" fmla="*/ 4062485 w 5535001"/>
                <a:gd name="connsiteY125" fmla="*/ 5366123 h 6250127"/>
                <a:gd name="connsiteX126" fmla="*/ 4116567 w 5535001"/>
                <a:gd name="connsiteY126" fmla="*/ 5328277 h 6250127"/>
                <a:gd name="connsiteX127" fmla="*/ 4169976 w 5535001"/>
                <a:gd name="connsiteY127" fmla="*/ 5289199 h 6250127"/>
                <a:gd name="connsiteX128" fmla="*/ 4222042 w 5535001"/>
                <a:gd name="connsiteY128" fmla="*/ 5247994 h 6250127"/>
                <a:gd name="connsiteX129" fmla="*/ 4273213 w 5535001"/>
                <a:gd name="connsiteY129" fmla="*/ 5205558 h 6250127"/>
                <a:gd name="connsiteX130" fmla="*/ 4323151 w 5535001"/>
                <a:gd name="connsiteY130" fmla="*/ 5161329 h 6250127"/>
                <a:gd name="connsiteX131" fmla="*/ 4371971 w 5535001"/>
                <a:gd name="connsiteY131" fmla="*/ 5116093 h 6250127"/>
                <a:gd name="connsiteX132" fmla="*/ 4546868 w 5535001"/>
                <a:gd name="connsiteY132" fmla="*/ 4924400 h 6250127"/>
                <a:gd name="connsiteX133" fmla="*/ 4675634 w 5535001"/>
                <a:gd name="connsiteY133" fmla="*/ 4715352 h 6250127"/>
                <a:gd name="connsiteX134" fmla="*/ 4700155 w 5535001"/>
                <a:gd name="connsiteY134" fmla="*/ 4659255 h 6250127"/>
                <a:gd name="connsiteX135" fmla="*/ 4721206 w 5535001"/>
                <a:gd name="connsiteY135" fmla="*/ 4600135 h 6250127"/>
                <a:gd name="connsiteX136" fmla="*/ 4740465 w 5535001"/>
                <a:gd name="connsiteY136" fmla="*/ 4538887 h 6250127"/>
                <a:gd name="connsiteX137" fmla="*/ 4758492 w 5535001"/>
                <a:gd name="connsiteY137" fmla="*/ 4475848 h 6250127"/>
                <a:gd name="connsiteX138" fmla="*/ 4891288 w 5535001"/>
                <a:gd name="connsiteY138" fmla="*/ 3930329 h 6250127"/>
                <a:gd name="connsiteX139" fmla="*/ 5066298 w 5535001"/>
                <a:gd name="connsiteY139" fmla="*/ 3382235 h 6250127"/>
                <a:gd name="connsiteX140" fmla="*/ 5156994 w 5535001"/>
                <a:gd name="connsiteY140" fmla="*/ 2898635 h 6250127"/>
                <a:gd name="connsiteX141" fmla="*/ 5083317 w 5535001"/>
                <a:gd name="connsiteY141" fmla="*/ 2402047 h 6250127"/>
                <a:gd name="connsiteX142" fmla="*/ 4871022 w 5535001"/>
                <a:gd name="connsiteY142" fmla="*/ 1926958 h 6250127"/>
                <a:gd name="connsiteX143" fmla="*/ 4727028 w 5535001"/>
                <a:gd name="connsiteY143" fmla="*/ 1703577 h 6250127"/>
                <a:gd name="connsiteX144" fmla="*/ 4563776 w 5535001"/>
                <a:gd name="connsiteY144" fmla="*/ 1490834 h 6250127"/>
                <a:gd name="connsiteX145" fmla="*/ 4370291 w 5535001"/>
                <a:gd name="connsiteY145" fmla="*/ 1300596 h 6250127"/>
                <a:gd name="connsiteX146" fmla="*/ 4266046 w 5535001"/>
                <a:gd name="connsiteY146" fmla="*/ 1214491 h 6250127"/>
                <a:gd name="connsiteX147" fmla="*/ 4212973 w 5535001"/>
                <a:gd name="connsiteY147" fmla="*/ 1173062 h 6250127"/>
                <a:gd name="connsiteX148" fmla="*/ 4157995 w 5535001"/>
                <a:gd name="connsiteY148" fmla="*/ 1134545 h 6250127"/>
                <a:gd name="connsiteX149" fmla="*/ 3697126 w 5535001"/>
                <a:gd name="connsiteY149" fmla="*/ 881044 h 6250127"/>
                <a:gd name="connsiteX150" fmla="*/ 3637670 w 5535001"/>
                <a:gd name="connsiteY150" fmla="*/ 856747 h 6250127"/>
                <a:gd name="connsiteX151" fmla="*/ 3608222 w 5535001"/>
                <a:gd name="connsiteY151" fmla="*/ 844318 h 6250127"/>
                <a:gd name="connsiteX152" fmla="*/ 3578214 w 5535001"/>
                <a:gd name="connsiteY152" fmla="*/ 833457 h 6250127"/>
                <a:gd name="connsiteX153" fmla="*/ 3518309 w 5535001"/>
                <a:gd name="connsiteY153" fmla="*/ 812294 h 6250127"/>
                <a:gd name="connsiteX154" fmla="*/ 3503417 w 5535001"/>
                <a:gd name="connsiteY154" fmla="*/ 806920 h 6250127"/>
                <a:gd name="connsiteX155" fmla="*/ 3489533 w 5535001"/>
                <a:gd name="connsiteY155" fmla="*/ 799642 h 6250127"/>
                <a:gd name="connsiteX156" fmla="*/ 3460869 w 5535001"/>
                <a:gd name="connsiteY156" fmla="*/ 787101 h 6250127"/>
                <a:gd name="connsiteX157" fmla="*/ 3402980 w 5535001"/>
                <a:gd name="connsiteY157" fmla="*/ 763475 h 6250127"/>
                <a:gd name="connsiteX158" fmla="*/ 3374092 w 5535001"/>
                <a:gd name="connsiteY158" fmla="*/ 751606 h 6250127"/>
                <a:gd name="connsiteX159" fmla="*/ 3344980 w 5535001"/>
                <a:gd name="connsiteY159" fmla="*/ 740409 h 6250127"/>
                <a:gd name="connsiteX160" fmla="*/ 3226627 w 5535001"/>
                <a:gd name="connsiteY160" fmla="*/ 700772 h 6250127"/>
                <a:gd name="connsiteX161" fmla="*/ 2735750 w 5535001"/>
                <a:gd name="connsiteY161" fmla="*/ 614667 h 6250127"/>
                <a:gd name="connsiteX162" fmla="*/ 2673158 w 5535001"/>
                <a:gd name="connsiteY162" fmla="*/ 610412 h 6250127"/>
                <a:gd name="connsiteX163" fmla="*/ 2610119 w 5535001"/>
                <a:gd name="connsiteY163" fmla="*/ 609628 h 6250127"/>
                <a:gd name="connsiteX164" fmla="*/ 2547080 w 5535001"/>
                <a:gd name="connsiteY164" fmla="*/ 608620 h 6250127"/>
                <a:gd name="connsiteX165" fmla="*/ 2516400 w 5535001"/>
                <a:gd name="connsiteY165" fmla="*/ 608844 h 6250127"/>
                <a:gd name="connsiteX166" fmla="*/ 2486280 w 5535001"/>
                <a:gd name="connsiteY166" fmla="*/ 609740 h 6250127"/>
                <a:gd name="connsiteX167" fmla="*/ 2426376 w 5535001"/>
                <a:gd name="connsiteY167" fmla="*/ 613099 h 6250127"/>
                <a:gd name="connsiteX168" fmla="*/ 2366920 w 5535001"/>
                <a:gd name="connsiteY168" fmla="*/ 618474 h 6250127"/>
                <a:gd name="connsiteX169" fmla="*/ 2337248 w 5535001"/>
                <a:gd name="connsiteY169" fmla="*/ 621497 h 6250127"/>
                <a:gd name="connsiteX170" fmla="*/ 2307800 w 5535001"/>
                <a:gd name="connsiteY170" fmla="*/ 625528 h 6250127"/>
                <a:gd name="connsiteX171" fmla="*/ 2278351 w 5535001"/>
                <a:gd name="connsiteY171" fmla="*/ 629559 h 6250127"/>
                <a:gd name="connsiteX172" fmla="*/ 2249127 w 5535001"/>
                <a:gd name="connsiteY172" fmla="*/ 634710 h 6250127"/>
                <a:gd name="connsiteX173" fmla="*/ 1796096 w 5535001"/>
                <a:gd name="connsiteY173" fmla="*/ 781726 h 6250127"/>
                <a:gd name="connsiteX174" fmla="*/ 1370833 w 5535001"/>
                <a:gd name="connsiteY174" fmla="*/ 1048663 h 6250127"/>
                <a:gd name="connsiteX175" fmla="*/ 959790 w 5535001"/>
                <a:gd name="connsiteY175" fmla="*/ 1390844 h 6250127"/>
                <a:gd name="connsiteX176" fmla="*/ 749062 w 5535001"/>
                <a:gd name="connsiteY176" fmla="*/ 1577611 h 6250127"/>
                <a:gd name="connsiteX177" fmla="*/ 524786 w 5535001"/>
                <a:gd name="connsiteY177" fmla="*/ 1763145 h 6250127"/>
                <a:gd name="connsiteX178" fmla="*/ 84071 w 5535001"/>
                <a:gd name="connsiteY178" fmla="*/ 2098496 h 6250127"/>
                <a:gd name="connsiteX179" fmla="*/ 0 w 5535001"/>
                <a:gd name="connsiteY179" fmla="*/ 2168094 h 6250127"/>
                <a:gd name="connsiteX180" fmla="*/ 0 w 5535001"/>
                <a:gd name="connsiteY180" fmla="*/ 1576676 h 6250127"/>
                <a:gd name="connsiteX181" fmla="*/ 174655 w 5535001"/>
                <a:gd name="connsiteY181" fmla="*/ 1387597 h 6250127"/>
                <a:gd name="connsiteX182" fmla="*/ 363661 w 5535001"/>
                <a:gd name="connsiteY182" fmla="*/ 1188626 h 6250127"/>
                <a:gd name="connsiteX183" fmla="*/ 458052 w 5535001"/>
                <a:gd name="connsiteY183" fmla="*/ 1086397 h 6250127"/>
                <a:gd name="connsiteX184" fmla="*/ 557257 w 5535001"/>
                <a:gd name="connsiteY184" fmla="*/ 981593 h 6250127"/>
                <a:gd name="connsiteX185" fmla="*/ 994165 w 5535001"/>
                <a:gd name="connsiteY185" fmla="*/ 578389 h 6250127"/>
                <a:gd name="connsiteX186" fmla="*/ 1520873 w 5535001"/>
                <a:gd name="connsiteY186" fmla="*/ 237215 h 6250127"/>
                <a:gd name="connsiteX187" fmla="*/ 2141748 w 5535001"/>
                <a:gd name="connsiteY187" fmla="*/ 31190 h 6250127"/>
                <a:gd name="connsiteX188" fmla="*/ 2182505 w 5535001"/>
                <a:gd name="connsiteY188" fmla="*/ 24360 h 6250127"/>
                <a:gd name="connsiteX189" fmla="*/ 2223374 w 5535001"/>
                <a:gd name="connsiteY189" fmla="*/ 18873 h 6250127"/>
                <a:gd name="connsiteX190" fmla="*/ 2264355 w 5535001"/>
                <a:gd name="connsiteY190" fmla="*/ 13611 h 6250127"/>
                <a:gd name="connsiteX191" fmla="*/ 2305336 w 5535001"/>
                <a:gd name="connsiteY191" fmla="*/ 9580 h 6250127"/>
                <a:gd name="connsiteX192" fmla="*/ 2387410 w 5535001"/>
                <a:gd name="connsiteY192" fmla="*/ 3645 h 6250127"/>
                <a:gd name="connsiteX193" fmla="*/ 2469373 w 5535001"/>
                <a:gd name="connsiteY193" fmla="*/ 622 h 6250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Lst>
              <a:rect l="l" t="t" r="r" b="b"/>
              <a:pathLst>
                <a:path w="5535001" h="6250127">
                  <a:moveTo>
                    <a:pt x="2510242" y="174"/>
                  </a:moveTo>
                  <a:cubicBezTo>
                    <a:pt x="2523902" y="-50"/>
                    <a:pt x="2537562" y="-162"/>
                    <a:pt x="2550551" y="510"/>
                  </a:cubicBezTo>
                  <a:lnTo>
                    <a:pt x="2629490" y="3757"/>
                  </a:lnTo>
                  <a:lnTo>
                    <a:pt x="2708317" y="7229"/>
                  </a:lnTo>
                  <a:cubicBezTo>
                    <a:pt x="2734630" y="8572"/>
                    <a:pt x="2760943" y="12155"/>
                    <a:pt x="2787256" y="14619"/>
                  </a:cubicBezTo>
                  <a:cubicBezTo>
                    <a:pt x="2997536" y="34885"/>
                    <a:pt x="3207144" y="77994"/>
                    <a:pt x="3408467" y="145064"/>
                  </a:cubicBezTo>
                  <a:lnTo>
                    <a:pt x="3557723" y="199593"/>
                  </a:lnTo>
                  <a:cubicBezTo>
                    <a:pt x="3570264" y="203848"/>
                    <a:pt x="3582245" y="209447"/>
                    <a:pt x="3594337" y="214597"/>
                  </a:cubicBezTo>
                  <a:lnTo>
                    <a:pt x="3630616" y="230385"/>
                  </a:lnTo>
                  <a:lnTo>
                    <a:pt x="3703172" y="262073"/>
                  </a:lnTo>
                  <a:cubicBezTo>
                    <a:pt x="3715265" y="267335"/>
                    <a:pt x="3727358" y="272598"/>
                    <a:pt x="3739003" y="278756"/>
                  </a:cubicBezTo>
                  <a:cubicBezTo>
                    <a:pt x="3744937" y="281667"/>
                    <a:pt x="3750984" y="284131"/>
                    <a:pt x="3756806" y="287266"/>
                  </a:cubicBezTo>
                  <a:cubicBezTo>
                    <a:pt x="3762517" y="290513"/>
                    <a:pt x="3768115" y="294208"/>
                    <a:pt x="3773714" y="297567"/>
                  </a:cubicBezTo>
                  <a:lnTo>
                    <a:pt x="3840784" y="339332"/>
                  </a:lnTo>
                  <a:cubicBezTo>
                    <a:pt x="3851869" y="346386"/>
                    <a:pt x="3863290" y="352881"/>
                    <a:pt x="3873927" y="360495"/>
                  </a:cubicBezTo>
                  <a:lnTo>
                    <a:pt x="3906062" y="383001"/>
                  </a:lnTo>
                  <a:lnTo>
                    <a:pt x="3969662" y="428572"/>
                  </a:lnTo>
                  <a:cubicBezTo>
                    <a:pt x="4137281" y="552188"/>
                    <a:pt x="4285417" y="693270"/>
                    <a:pt x="4423029" y="837600"/>
                  </a:cubicBezTo>
                  <a:cubicBezTo>
                    <a:pt x="4440160" y="855739"/>
                    <a:pt x="4457404" y="873766"/>
                    <a:pt x="4474647" y="891569"/>
                  </a:cubicBezTo>
                  <a:lnTo>
                    <a:pt x="4524250" y="946883"/>
                  </a:lnTo>
                  <a:lnTo>
                    <a:pt x="4573965" y="1001748"/>
                  </a:lnTo>
                  <a:cubicBezTo>
                    <a:pt x="4590760" y="1019887"/>
                    <a:pt x="4605988" y="1039146"/>
                    <a:pt x="4622224" y="1057509"/>
                  </a:cubicBezTo>
                  <a:cubicBezTo>
                    <a:pt x="4653911" y="1094907"/>
                    <a:pt x="4686831" y="1131409"/>
                    <a:pt x="4717510" y="1169143"/>
                  </a:cubicBezTo>
                  <a:cubicBezTo>
                    <a:pt x="4733186" y="1187730"/>
                    <a:pt x="4748862" y="1206430"/>
                    <a:pt x="4764986" y="1224681"/>
                  </a:cubicBezTo>
                  <a:cubicBezTo>
                    <a:pt x="4780886" y="1243044"/>
                    <a:pt x="4797233" y="1261071"/>
                    <a:pt x="4813021" y="1279994"/>
                  </a:cubicBezTo>
                  <a:cubicBezTo>
                    <a:pt x="4877292" y="1354230"/>
                    <a:pt x="4941339" y="1428914"/>
                    <a:pt x="5001915" y="1506846"/>
                  </a:cubicBezTo>
                  <a:cubicBezTo>
                    <a:pt x="5062603" y="1584665"/>
                    <a:pt x="5118252" y="1666739"/>
                    <a:pt x="5170542" y="1751165"/>
                  </a:cubicBezTo>
                  <a:cubicBezTo>
                    <a:pt x="5274898" y="1920240"/>
                    <a:pt x="5363579" y="2101295"/>
                    <a:pt x="5428969" y="2293660"/>
                  </a:cubicBezTo>
                  <a:cubicBezTo>
                    <a:pt x="5494136" y="2485801"/>
                    <a:pt x="5533102" y="2690819"/>
                    <a:pt x="5534893" y="2899307"/>
                  </a:cubicBezTo>
                  <a:cubicBezTo>
                    <a:pt x="5536124" y="3003439"/>
                    <a:pt x="5526831" y="3108132"/>
                    <a:pt x="5508804" y="3211144"/>
                  </a:cubicBezTo>
                  <a:cubicBezTo>
                    <a:pt x="5490441" y="3314157"/>
                    <a:pt x="5462336" y="3415490"/>
                    <a:pt x="5426282" y="3513352"/>
                  </a:cubicBezTo>
                  <a:cubicBezTo>
                    <a:pt x="5363355" y="3684890"/>
                    <a:pt x="5302219" y="3856428"/>
                    <a:pt x="5248250" y="4030542"/>
                  </a:cubicBezTo>
                  <a:lnTo>
                    <a:pt x="5208612" y="4161771"/>
                  </a:lnTo>
                  <a:lnTo>
                    <a:pt x="5170318" y="4294680"/>
                  </a:lnTo>
                  <a:lnTo>
                    <a:pt x="5132248" y="4430164"/>
                  </a:lnTo>
                  <a:lnTo>
                    <a:pt x="5112765" y="4498914"/>
                  </a:lnTo>
                  <a:lnTo>
                    <a:pt x="5091715" y="4569119"/>
                  </a:lnTo>
                  <a:cubicBezTo>
                    <a:pt x="5085221" y="4592297"/>
                    <a:pt x="5076823" y="4616482"/>
                    <a:pt x="5068985" y="4640220"/>
                  </a:cubicBezTo>
                  <a:cubicBezTo>
                    <a:pt x="5060699" y="4664182"/>
                    <a:pt x="5053981" y="4687807"/>
                    <a:pt x="5043904" y="4712105"/>
                  </a:cubicBezTo>
                  <a:lnTo>
                    <a:pt x="5015799" y="4784438"/>
                  </a:lnTo>
                  <a:cubicBezTo>
                    <a:pt x="5005274" y="4808511"/>
                    <a:pt x="4993965" y="4832473"/>
                    <a:pt x="4982880" y="4856435"/>
                  </a:cubicBezTo>
                  <a:cubicBezTo>
                    <a:pt x="4936524" y="4951273"/>
                    <a:pt x="4881099" y="5044096"/>
                    <a:pt x="4817276" y="5125275"/>
                  </a:cubicBezTo>
                  <a:cubicBezTo>
                    <a:pt x="4755244" y="5208805"/>
                    <a:pt x="4686943" y="5282817"/>
                    <a:pt x="4618753" y="5355374"/>
                  </a:cubicBezTo>
                  <a:cubicBezTo>
                    <a:pt x="4602069" y="5374073"/>
                    <a:pt x="4584154" y="5391092"/>
                    <a:pt x="4566575" y="5408560"/>
                  </a:cubicBezTo>
                  <a:lnTo>
                    <a:pt x="4513837" y="5461186"/>
                  </a:lnTo>
                  <a:cubicBezTo>
                    <a:pt x="4496593" y="5479101"/>
                    <a:pt x="4477894" y="5495560"/>
                    <a:pt x="4459531" y="5512580"/>
                  </a:cubicBezTo>
                  <a:lnTo>
                    <a:pt x="4404554" y="5563526"/>
                  </a:lnTo>
                  <a:cubicBezTo>
                    <a:pt x="4386527" y="5580770"/>
                    <a:pt x="4366932" y="5596670"/>
                    <a:pt x="4348009" y="5613017"/>
                  </a:cubicBezTo>
                  <a:lnTo>
                    <a:pt x="4290568" y="5661948"/>
                  </a:lnTo>
                  <a:lnTo>
                    <a:pt x="4276124" y="5674153"/>
                  </a:lnTo>
                  <a:lnTo>
                    <a:pt x="4261120" y="5685798"/>
                  </a:lnTo>
                  <a:lnTo>
                    <a:pt x="4231112" y="5708976"/>
                  </a:lnTo>
                  <a:lnTo>
                    <a:pt x="4170984" y="5755443"/>
                  </a:lnTo>
                  <a:cubicBezTo>
                    <a:pt x="4130227" y="5785563"/>
                    <a:pt x="4087790" y="5813892"/>
                    <a:pt x="4046025" y="5843228"/>
                  </a:cubicBezTo>
                  <a:cubicBezTo>
                    <a:pt x="4002917" y="5870437"/>
                    <a:pt x="3959248" y="5897309"/>
                    <a:pt x="3915356" y="5923735"/>
                  </a:cubicBezTo>
                  <a:cubicBezTo>
                    <a:pt x="3737659" y="6026299"/>
                    <a:pt x="3544847" y="6106022"/>
                    <a:pt x="3346323" y="6158872"/>
                  </a:cubicBezTo>
                  <a:cubicBezTo>
                    <a:pt x="3147800" y="6211946"/>
                    <a:pt x="2944462" y="6239714"/>
                    <a:pt x="2743476" y="6247328"/>
                  </a:cubicBezTo>
                  <a:lnTo>
                    <a:pt x="2668120" y="6249344"/>
                  </a:lnTo>
                  <a:lnTo>
                    <a:pt x="2630498" y="6250127"/>
                  </a:lnTo>
                  <a:lnTo>
                    <a:pt x="2592988" y="6249568"/>
                  </a:lnTo>
                  <a:lnTo>
                    <a:pt x="2518080" y="6247777"/>
                  </a:lnTo>
                  <a:cubicBezTo>
                    <a:pt x="2493110" y="6247105"/>
                    <a:pt x="2468365" y="6246881"/>
                    <a:pt x="2442948" y="6244529"/>
                  </a:cubicBezTo>
                  <a:cubicBezTo>
                    <a:pt x="2392337" y="6240722"/>
                    <a:pt x="2341950" y="6237699"/>
                    <a:pt x="2291676" y="6232213"/>
                  </a:cubicBezTo>
                  <a:lnTo>
                    <a:pt x="2141412" y="6212394"/>
                  </a:lnTo>
                  <a:lnTo>
                    <a:pt x="1992715" y="6184961"/>
                  </a:lnTo>
                  <a:cubicBezTo>
                    <a:pt x="1943561" y="6173988"/>
                    <a:pt x="1894630" y="6162231"/>
                    <a:pt x="1845811" y="6151034"/>
                  </a:cubicBezTo>
                  <a:cubicBezTo>
                    <a:pt x="1797215" y="6138829"/>
                    <a:pt x="1749180" y="6123938"/>
                    <a:pt x="1701033" y="6110724"/>
                  </a:cubicBezTo>
                  <a:cubicBezTo>
                    <a:pt x="1676847" y="6104566"/>
                    <a:pt x="1653334" y="6095833"/>
                    <a:pt x="1629484" y="6088219"/>
                  </a:cubicBezTo>
                  <a:lnTo>
                    <a:pt x="1558383" y="6064929"/>
                  </a:lnTo>
                  <a:cubicBezTo>
                    <a:pt x="1369713" y="6000210"/>
                    <a:pt x="1186978" y="5921271"/>
                    <a:pt x="1011968" y="5828896"/>
                  </a:cubicBezTo>
                  <a:cubicBezTo>
                    <a:pt x="837071" y="5736408"/>
                    <a:pt x="668556" y="5631940"/>
                    <a:pt x="511237" y="5512356"/>
                  </a:cubicBezTo>
                  <a:cubicBezTo>
                    <a:pt x="471152" y="5483468"/>
                    <a:pt x="433642" y="5451220"/>
                    <a:pt x="395572" y="5419757"/>
                  </a:cubicBezTo>
                  <a:cubicBezTo>
                    <a:pt x="356831" y="5388965"/>
                    <a:pt x="321112" y="5354926"/>
                    <a:pt x="284722" y="5321559"/>
                  </a:cubicBezTo>
                  <a:lnTo>
                    <a:pt x="257513" y="5296477"/>
                  </a:lnTo>
                  <a:lnTo>
                    <a:pt x="243853" y="5283937"/>
                  </a:lnTo>
                  <a:lnTo>
                    <a:pt x="230752" y="5270836"/>
                  </a:lnTo>
                  <a:lnTo>
                    <a:pt x="178574" y="5218322"/>
                  </a:lnTo>
                  <a:cubicBezTo>
                    <a:pt x="161331" y="5200631"/>
                    <a:pt x="143191" y="5183948"/>
                    <a:pt x="126508" y="5165584"/>
                  </a:cubicBezTo>
                  <a:lnTo>
                    <a:pt x="76345" y="5111167"/>
                  </a:lnTo>
                  <a:cubicBezTo>
                    <a:pt x="59774" y="5092916"/>
                    <a:pt x="42530" y="5075112"/>
                    <a:pt x="26407" y="5056413"/>
                  </a:cubicBezTo>
                  <a:lnTo>
                    <a:pt x="0" y="5024776"/>
                  </a:lnTo>
                  <a:lnTo>
                    <a:pt x="0" y="4492798"/>
                  </a:lnTo>
                  <a:lnTo>
                    <a:pt x="28534" y="4537879"/>
                  </a:lnTo>
                  <a:cubicBezTo>
                    <a:pt x="41299" y="4556130"/>
                    <a:pt x="54175" y="4574382"/>
                    <a:pt x="66604" y="4592745"/>
                  </a:cubicBezTo>
                  <a:lnTo>
                    <a:pt x="104114" y="4647834"/>
                  </a:lnTo>
                  <a:lnTo>
                    <a:pt x="143751" y="4701580"/>
                  </a:lnTo>
                  <a:cubicBezTo>
                    <a:pt x="156964" y="4719495"/>
                    <a:pt x="169728" y="4737746"/>
                    <a:pt x="182717" y="4755773"/>
                  </a:cubicBezTo>
                  <a:lnTo>
                    <a:pt x="223810" y="4808399"/>
                  </a:lnTo>
                  <a:lnTo>
                    <a:pt x="264679" y="4861249"/>
                  </a:lnTo>
                  <a:cubicBezTo>
                    <a:pt x="278563" y="4878717"/>
                    <a:pt x="293455" y="4895288"/>
                    <a:pt x="307788" y="4912420"/>
                  </a:cubicBezTo>
                  <a:lnTo>
                    <a:pt x="351232" y="4963254"/>
                  </a:lnTo>
                  <a:cubicBezTo>
                    <a:pt x="365788" y="4980162"/>
                    <a:pt x="381688" y="4995837"/>
                    <a:pt x="397028" y="5012185"/>
                  </a:cubicBezTo>
                  <a:lnTo>
                    <a:pt x="443496" y="5060444"/>
                  </a:lnTo>
                  <a:lnTo>
                    <a:pt x="455140" y="5072537"/>
                  </a:lnTo>
                  <a:lnTo>
                    <a:pt x="467345" y="5083958"/>
                  </a:lnTo>
                  <a:lnTo>
                    <a:pt x="491755" y="5106912"/>
                  </a:lnTo>
                  <a:lnTo>
                    <a:pt x="540686" y="5152819"/>
                  </a:lnTo>
                  <a:lnTo>
                    <a:pt x="552890" y="5164353"/>
                  </a:lnTo>
                  <a:lnTo>
                    <a:pt x="565655" y="5175214"/>
                  </a:lnTo>
                  <a:lnTo>
                    <a:pt x="591072" y="5197048"/>
                  </a:lnTo>
                  <a:cubicBezTo>
                    <a:pt x="624999" y="5226160"/>
                    <a:pt x="658366" y="5256056"/>
                    <a:pt x="694197" y="5283041"/>
                  </a:cubicBezTo>
                  <a:cubicBezTo>
                    <a:pt x="834272" y="5394675"/>
                    <a:pt x="985207" y="5493881"/>
                    <a:pt x="1146221" y="5573716"/>
                  </a:cubicBezTo>
                  <a:cubicBezTo>
                    <a:pt x="1307122" y="5653774"/>
                    <a:pt x="1476869" y="5715918"/>
                    <a:pt x="1650982" y="5758130"/>
                  </a:cubicBezTo>
                  <a:lnTo>
                    <a:pt x="1716485" y="5772798"/>
                  </a:lnTo>
                  <a:cubicBezTo>
                    <a:pt x="1738431" y="5777390"/>
                    <a:pt x="1759929" y="5783100"/>
                    <a:pt x="1782211" y="5786235"/>
                  </a:cubicBezTo>
                  <a:lnTo>
                    <a:pt x="1848386" y="5796984"/>
                  </a:lnTo>
                  <a:lnTo>
                    <a:pt x="1881417" y="5802359"/>
                  </a:lnTo>
                  <a:cubicBezTo>
                    <a:pt x="1892390" y="5804151"/>
                    <a:pt x="1903363" y="5806054"/>
                    <a:pt x="1914560" y="5807061"/>
                  </a:cubicBezTo>
                  <a:cubicBezTo>
                    <a:pt x="1959012" y="5811765"/>
                    <a:pt x="2003241" y="5817251"/>
                    <a:pt x="2047469" y="5821282"/>
                  </a:cubicBezTo>
                  <a:lnTo>
                    <a:pt x="2180601" y="5828896"/>
                  </a:lnTo>
                  <a:lnTo>
                    <a:pt x="2313622" y="5830463"/>
                  </a:lnTo>
                  <a:cubicBezTo>
                    <a:pt x="2335680" y="5830799"/>
                    <a:pt x="2357962" y="5829008"/>
                    <a:pt x="2380021" y="5828448"/>
                  </a:cubicBezTo>
                  <a:lnTo>
                    <a:pt x="2446195" y="5826433"/>
                  </a:lnTo>
                  <a:cubicBezTo>
                    <a:pt x="2468029" y="5826208"/>
                    <a:pt x="2490647" y="5824193"/>
                    <a:pt x="2513041" y="5822737"/>
                  </a:cubicBezTo>
                  <a:lnTo>
                    <a:pt x="2580111" y="5818258"/>
                  </a:lnTo>
                  <a:lnTo>
                    <a:pt x="2613590" y="5816355"/>
                  </a:lnTo>
                  <a:lnTo>
                    <a:pt x="2646845" y="5813108"/>
                  </a:lnTo>
                  <a:cubicBezTo>
                    <a:pt x="2669016" y="5810869"/>
                    <a:pt x="2691074" y="5808741"/>
                    <a:pt x="2713244" y="5806838"/>
                  </a:cubicBezTo>
                  <a:cubicBezTo>
                    <a:pt x="2889933" y="5789371"/>
                    <a:pt x="3062815" y="5762050"/>
                    <a:pt x="3230882" y="5721292"/>
                  </a:cubicBezTo>
                  <a:cubicBezTo>
                    <a:pt x="3398837" y="5680423"/>
                    <a:pt x="3562426" y="5626902"/>
                    <a:pt x="3720416" y="5556472"/>
                  </a:cubicBezTo>
                  <a:cubicBezTo>
                    <a:pt x="3759381" y="5537997"/>
                    <a:pt x="3798347" y="5518962"/>
                    <a:pt x="3837425" y="5499927"/>
                  </a:cubicBezTo>
                  <a:cubicBezTo>
                    <a:pt x="3875271" y="5478765"/>
                    <a:pt x="3913900" y="5458610"/>
                    <a:pt x="3951634" y="5436552"/>
                  </a:cubicBezTo>
                  <a:lnTo>
                    <a:pt x="4007284" y="5401841"/>
                  </a:lnTo>
                  <a:lnTo>
                    <a:pt x="4035164" y="5384374"/>
                  </a:lnTo>
                  <a:lnTo>
                    <a:pt x="4049049" y="5375640"/>
                  </a:lnTo>
                  <a:lnTo>
                    <a:pt x="4062485" y="5366123"/>
                  </a:lnTo>
                  <a:lnTo>
                    <a:pt x="4116567" y="5328277"/>
                  </a:lnTo>
                  <a:cubicBezTo>
                    <a:pt x="4134594" y="5315624"/>
                    <a:pt x="4152957" y="5303420"/>
                    <a:pt x="4169976" y="5289199"/>
                  </a:cubicBezTo>
                  <a:lnTo>
                    <a:pt x="4222042" y="5247994"/>
                  </a:lnTo>
                  <a:cubicBezTo>
                    <a:pt x="4239398" y="5234222"/>
                    <a:pt x="4256865" y="5220562"/>
                    <a:pt x="4273213" y="5205558"/>
                  </a:cubicBezTo>
                  <a:lnTo>
                    <a:pt x="4323151" y="5161329"/>
                  </a:lnTo>
                  <a:cubicBezTo>
                    <a:pt x="4339611" y="5146437"/>
                    <a:pt x="4356631" y="5131881"/>
                    <a:pt x="4371971" y="5116093"/>
                  </a:cubicBezTo>
                  <a:cubicBezTo>
                    <a:pt x="4435457" y="5054398"/>
                    <a:pt x="4496258" y="4991135"/>
                    <a:pt x="4546868" y="4924400"/>
                  </a:cubicBezTo>
                  <a:cubicBezTo>
                    <a:pt x="4600054" y="4858450"/>
                    <a:pt x="4640699" y="4788916"/>
                    <a:pt x="4675634" y="4715352"/>
                  </a:cubicBezTo>
                  <a:lnTo>
                    <a:pt x="4700155" y="4659255"/>
                  </a:lnTo>
                  <a:lnTo>
                    <a:pt x="4721206" y="4600135"/>
                  </a:lnTo>
                  <a:cubicBezTo>
                    <a:pt x="4728707" y="4580988"/>
                    <a:pt x="4733970" y="4559266"/>
                    <a:pt x="4740465" y="4538887"/>
                  </a:cubicBezTo>
                  <a:cubicBezTo>
                    <a:pt x="4746623" y="4518061"/>
                    <a:pt x="4753005" y="4497906"/>
                    <a:pt x="4758492" y="4475848"/>
                  </a:cubicBezTo>
                  <a:cubicBezTo>
                    <a:pt x="4803168" y="4303637"/>
                    <a:pt x="4840902" y="4115080"/>
                    <a:pt x="4891288" y="3930329"/>
                  </a:cubicBezTo>
                  <a:cubicBezTo>
                    <a:pt x="4940891" y="3744906"/>
                    <a:pt x="5000235" y="3562059"/>
                    <a:pt x="5066298" y="3382235"/>
                  </a:cubicBezTo>
                  <a:cubicBezTo>
                    <a:pt x="5124186" y="3226932"/>
                    <a:pt x="5154530" y="3064015"/>
                    <a:pt x="5156994" y="2898635"/>
                  </a:cubicBezTo>
                  <a:cubicBezTo>
                    <a:pt x="5159681" y="2733255"/>
                    <a:pt x="5132920" y="2565636"/>
                    <a:pt x="5083317" y="2402047"/>
                  </a:cubicBezTo>
                  <a:cubicBezTo>
                    <a:pt x="5033938" y="2238123"/>
                    <a:pt x="4960150" y="2079013"/>
                    <a:pt x="4871022" y="1926958"/>
                  </a:cubicBezTo>
                  <a:cubicBezTo>
                    <a:pt x="4826570" y="1850818"/>
                    <a:pt x="4777415" y="1776918"/>
                    <a:pt x="4727028" y="1703577"/>
                  </a:cubicBezTo>
                  <a:cubicBezTo>
                    <a:pt x="4676418" y="1630349"/>
                    <a:pt x="4622784" y="1558464"/>
                    <a:pt x="4563776" y="1490834"/>
                  </a:cubicBezTo>
                  <a:cubicBezTo>
                    <a:pt x="4503647" y="1423764"/>
                    <a:pt x="4439041" y="1359157"/>
                    <a:pt x="4370291" y="1300596"/>
                  </a:cubicBezTo>
                  <a:cubicBezTo>
                    <a:pt x="4336812" y="1270141"/>
                    <a:pt x="4301541" y="1242148"/>
                    <a:pt x="4266046" y="1214491"/>
                  </a:cubicBezTo>
                  <a:cubicBezTo>
                    <a:pt x="4248355" y="1200607"/>
                    <a:pt x="4230776" y="1186611"/>
                    <a:pt x="4212973" y="1173062"/>
                  </a:cubicBezTo>
                  <a:cubicBezTo>
                    <a:pt x="4194722" y="1160074"/>
                    <a:pt x="4176359" y="1147197"/>
                    <a:pt x="4157995" y="1134545"/>
                  </a:cubicBezTo>
                  <a:cubicBezTo>
                    <a:pt x="4011426" y="1031980"/>
                    <a:pt x="3855004" y="948562"/>
                    <a:pt x="3697126" y="881044"/>
                  </a:cubicBezTo>
                  <a:lnTo>
                    <a:pt x="3637670" y="856747"/>
                  </a:lnTo>
                  <a:lnTo>
                    <a:pt x="3608222" y="844318"/>
                  </a:lnTo>
                  <a:cubicBezTo>
                    <a:pt x="3598480" y="840063"/>
                    <a:pt x="3588179" y="837040"/>
                    <a:pt x="3578214" y="833457"/>
                  </a:cubicBezTo>
                  <a:lnTo>
                    <a:pt x="3518309" y="812294"/>
                  </a:lnTo>
                  <a:cubicBezTo>
                    <a:pt x="3513383" y="810503"/>
                    <a:pt x="3508344" y="808823"/>
                    <a:pt x="3503417" y="806920"/>
                  </a:cubicBezTo>
                  <a:cubicBezTo>
                    <a:pt x="3498603" y="804792"/>
                    <a:pt x="3494236" y="801993"/>
                    <a:pt x="3489533" y="799642"/>
                  </a:cubicBezTo>
                  <a:cubicBezTo>
                    <a:pt x="3480240" y="794827"/>
                    <a:pt x="3470498" y="791020"/>
                    <a:pt x="3460869" y="787101"/>
                  </a:cubicBezTo>
                  <a:lnTo>
                    <a:pt x="3402980" y="763475"/>
                  </a:lnTo>
                  <a:lnTo>
                    <a:pt x="3374092" y="751606"/>
                  </a:lnTo>
                  <a:cubicBezTo>
                    <a:pt x="3364462" y="747688"/>
                    <a:pt x="3354945" y="743433"/>
                    <a:pt x="3344980" y="740409"/>
                  </a:cubicBezTo>
                  <a:lnTo>
                    <a:pt x="3226627" y="700772"/>
                  </a:lnTo>
                  <a:cubicBezTo>
                    <a:pt x="3067405" y="652849"/>
                    <a:pt x="2902697" y="625192"/>
                    <a:pt x="2735750" y="614667"/>
                  </a:cubicBezTo>
                  <a:cubicBezTo>
                    <a:pt x="2714811" y="613435"/>
                    <a:pt x="2694209" y="610860"/>
                    <a:pt x="2673158" y="610412"/>
                  </a:cubicBezTo>
                  <a:lnTo>
                    <a:pt x="2610119" y="609628"/>
                  </a:lnTo>
                  <a:lnTo>
                    <a:pt x="2547080" y="608620"/>
                  </a:lnTo>
                  <a:cubicBezTo>
                    <a:pt x="2536443" y="608173"/>
                    <a:pt x="2526365" y="608397"/>
                    <a:pt x="2516400" y="608844"/>
                  </a:cubicBezTo>
                  <a:lnTo>
                    <a:pt x="2486280" y="609740"/>
                  </a:lnTo>
                  <a:cubicBezTo>
                    <a:pt x="2466125" y="609852"/>
                    <a:pt x="2446307" y="611868"/>
                    <a:pt x="2426376" y="613099"/>
                  </a:cubicBezTo>
                  <a:cubicBezTo>
                    <a:pt x="2406333" y="613995"/>
                    <a:pt x="2386627" y="616458"/>
                    <a:pt x="2366920" y="618474"/>
                  </a:cubicBezTo>
                  <a:cubicBezTo>
                    <a:pt x="2357066" y="619482"/>
                    <a:pt x="2347101" y="620153"/>
                    <a:pt x="2337248" y="621497"/>
                  </a:cubicBezTo>
                  <a:lnTo>
                    <a:pt x="2307800" y="625528"/>
                  </a:lnTo>
                  <a:lnTo>
                    <a:pt x="2278351" y="629559"/>
                  </a:lnTo>
                  <a:lnTo>
                    <a:pt x="2249127" y="634710"/>
                  </a:lnTo>
                  <a:cubicBezTo>
                    <a:pt x="2093377" y="661918"/>
                    <a:pt x="1942329" y="710849"/>
                    <a:pt x="1796096" y="781726"/>
                  </a:cubicBezTo>
                  <a:cubicBezTo>
                    <a:pt x="1649751" y="852268"/>
                    <a:pt x="1508892" y="944307"/>
                    <a:pt x="1370833" y="1048663"/>
                  </a:cubicBezTo>
                  <a:cubicBezTo>
                    <a:pt x="1232774" y="1153244"/>
                    <a:pt x="1097290" y="1269917"/>
                    <a:pt x="959790" y="1390844"/>
                  </a:cubicBezTo>
                  <a:lnTo>
                    <a:pt x="749062" y="1577611"/>
                  </a:lnTo>
                  <a:cubicBezTo>
                    <a:pt x="674602" y="1642329"/>
                    <a:pt x="599806" y="1704137"/>
                    <a:pt x="524786" y="1763145"/>
                  </a:cubicBezTo>
                  <a:cubicBezTo>
                    <a:pt x="374858" y="1881498"/>
                    <a:pt x="223810" y="1987422"/>
                    <a:pt x="84071" y="2098496"/>
                  </a:cubicBezTo>
                  <a:lnTo>
                    <a:pt x="0" y="2168094"/>
                  </a:lnTo>
                  <a:lnTo>
                    <a:pt x="0" y="1576676"/>
                  </a:lnTo>
                  <a:lnTo>
                    <a:pt x="174655" y="1387597"/>
                  </a:lnTo>
                  <a:cubicBezTo>
                    <a:pt x="238926" y="1320079"/>
                    <a:pt x="302749" y="1254577"/>
                    <a:pt x="363661" y="1188626"/>
                  </a:cubicBezTo>
                  <a:lnTo>
                    <a:pt x="458052" y="1086397"/>
                  </a:lnTo>
                  <a:cubicBezTo>
                    <a:pt x="490635" y="1051351"/>
                    <a:pt x="523666" y="1016416"/>
                    <a:pt x="557257" y="981593"/>
                  </a:cubicBezTo>
                  <a:cubicBezTo>
                    <a:pt x="691510" y="842414"/>
                    <a:pt x="835055" y="705699"/>
                    <a:pt x="994165" y="578389"/>
                  </a:cubicBezTo>
                  <a:cubicBezTo>
                    <a:pt x="1152939" y="451190"/>
                    <a:pt x="1328060" y="333398"/>
                    <a:pt x="1520873" y="237215"/>
                  </a:cubicBezTo>
                  <a:cubicBezTo>
                    <a:pt x="1713238" y="141033"/>
                    <a:pt x="1924302" y="68028"/>
                    <a:pt x="2141748" y="31190"/>
                  </a:cubicBezTo>
                  <a:lnTo>
                    <a:pt x="2182505" y="24360"/>
                  </a:lnTo>
                  <a:cubicBezTo>
                    <a:pt x="2196165" y="22344"/>
                    <a:pt x="2209826" y="20665"/>
                    <a:pt x="2223374" y="18873"/>
                  </a:cubicBezTo>
                  <a:lnTo>
                    <a:pt x="2264355" y="13611"/>
                  </a:lnTo>
                  <a:cubicBezTo>
                    <a:pt x="2278015" y="11931"/>
                    <a:pt x="2291676" y="10924"/>
                    <a:pt x="2305336" y="9580"/>
                  </a:cubicBezTo>
                  <a:cubicBezTo>
                    <a:pt x="2332657" y="7229"/>
                    <a:pt x="2360090" y="4653"/>
                    <a:pt x="2387410" y="3645"/>
                  </a:cubicBezTo>
                  <a:cubicBezTo>
                    <a:pt x="2414731" y="2414"/>
                    <a:pt x="2442164" y="510"/>
                    <a:pt x="2469373" y="622"/>
                  </a:cubicBezTo>
                  <a:close/>
                </a:path>
              </a:pathLst>
            </a:custGeom>
            <a:gradFill>
              <a:gsLst>
                <a:gs pos="37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67C4629D-4AB7-48D4-A61B-1AE1837A78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176241"/>
              <a:ext cx="5646908" cy="6130481"/>
            </a:xfrm>
            <a:custGeom>
              <a:avLst/>
              <a:gdLst>
                <a:gd name="connsiteX0" fmla="*/ 2616837 w 5646908"/>
                <a:gd name="connsiteY0" fmla="*/ 0 h 6130481"/>
                <a:gd name="connsiteX1" fmla="*/ 4918721 w 5646908"/>
                <a:gd name="connsiteY1" fmla="*/ 1134258 h 6130481"/>
                <a:gd name="connsiteX2" fmla="*/ 5539036 w 5646908"/>
                <a:gd name="connsiteY2" fmla="*/ 3362353 h 6130481"/>
                <a:gd name="connsiteX3" fmla="*/ 4712024 w 5646908"/>
                <a:gd name="connsiteY3" fmla="*/ 5293280 h 6130481"/>
                <a:gd name="connsiteX4" fmla="*/ 2547864 w 5646908"/>
                <a:gd name="connsiteY4" fmla="*/ 6130481 h 6130481"/>
                <a:gd name="connsiteX5" fmla="*/ 263223 w 5646908"/>
                <a:gd name="connsiteY5" fmla="*/ 5212325 h 6130481"/>
                <a:gd name="connsiteX6" fmla="*/ 49974 w 5646908"/>
                <a:gd name="connsiteY6" fmla="*/ 4985345 h 6130481"/>
                <a:gd name="connsiteX7" fmla="*/ 0 w 5646908"/>
                <a:gd name="connsiteY7" fmla="*/ 4920618 h 6130481"/>
                <a:gd name="connsiteX8" fmla="*/ 0 w 5646908"/>
                <a:gd name="connsiteY8" fmla="*/ 3760303 h 6130481"/>
                <a:gd name="connsiteX9" fmla="*/ 80488 w 5646908"/>
                <a:gd name="connsiteY9" fmla="*/ 3974159 h 6130481"/>
                <a:gd name="connsiteX10" fmla="*/ 664748 w 5646908"/>
                <a:gd name="connsiteY10" fmla="*/ 4813600 h 6130481"/>
                <a:gd name="connsiteX11" fmla="*/ 2548087 w 5646908"/>
                <a:gd name="connsiteY11" fmla="*/ 5570406 h 6130481"/>
                <a:gd name="connsiteX12" fmla="*/ 3536561 w 5646908"/>
                <a:gd name="connsiteY12" fmla="*/ 5407153 h 6130481"/>
                <a:gd name="connsiteX13" fmla="*/ 4308035 w 5646908"/>
                <a:gd name="connsiteY13" fmla="*/ 4897241 h 6130481"/>
                <a:gd name="connsiteX14" fmla="*/ 4569038 w 5646908"/>
                <a:gd name="connsiteY14" fmla="*/ 4564802 h 6130481"/>
                <a:gd name="connsiteX15" fmla="*/ 4699147 w 5646908"/>
                <a:gd name="connsiteY15" fmla="*/ 4149952 h 6130481"/>
                <a:gd name="connsiteX16" fmla="*/ 5003034 w 5646908"/>
                <a:gd name="connsiteY16" fmla="*/ 3168421 h 6130481"/>
                <a:gd name="connsiteX17" fmla="*/ 4994189 w 5646908"/>
                <a:gd name="connsiteY17" fmla="*/ 2321590 h 6130481"/>
                <a:gd name="connsiteX18" fmla="*/ 4487860 w 5646908"/>
                <a:gd name="connsiteY18" fmla="*/ 1501856 h 6130481"/>
                <a:gd name="connsiteX19" fmla="*/ 3640469 w 5646908"/>
                <a:gd name="connsiteY19" fmla="*/ 808425 h 6130481"/>
                <a:gd name="connsiteX20" fmla="*/ 2616837 w 5646908"/>
                <a:gd name="connsiteY20" fmla="*/ 559851 h 6130481"/>
                <a:gd name="connsiteX21" fmla="*/ 1762952 w 5646908"/>
                <a:gd name="connsiteY21" fmla="*/ 812008 h 6130481"/>
                <a:gd name="connsiteX22" fmla="*/ 939635 w 5646908"/>
                <a:gd name="connsiteY22" fmla="*/ 1502976 h 6130481"/>
                <a:gd name="connsiteX23" fmla="*/ 585250 w 5646908"/>
                <a:gd name="connsiteY23" fmla="*/ 1831049 h 6130481"/>
                <a:gd name="connsiteX24" fmla="*/ 40403 w 5646908"/>
                <a:gd name="connsiteY24" fmla="*/ 2389556 h 6130481"/>
                <a:gd name="connsiteX25" fmla="*/ 0 w 5646908"/>
                <a:gd name="connsiteY25" fmla="*/ 2456747 h 6130481"/>
                <a:gd name="connsiteX26" fmla="*/ 0 w 5646908"/>
                <a:gd name="connsiteY26" fmla="*/ 1601114 h 6130481"/>
                <a:gd name="connsiteX27" fmla="*/ 93200 w 5646908"/>
                <a:gd name="connsiteY27" fmla="*/ 1513741 h 6130481"/>
                <a:gd name="connsiteX28" fmla="*/ 535423 w 5646908"/>
                <a:gd name="connsiteY28" fmla="*/ 1107273 h 6130481"/>
                <a:gd name="connsiteX29" fmla="*/ 2616837 w 5646908"/>
                <a:gd name="connsiteY29" fmla="*/ 0 h 61304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646908" h="6130481">
                  <a:moveTo>
                    <a:pt x="2616837" y="0"/>
                  </a:moveTo>
                  <a:cubicBezTo>
                    <a:pt x="3596241" y="0"/>
                    <a:pt x="4322479" y="463445"/>
                    <a:pt x="4918721" y="1134258"/>
                  </a:cubicBezTo>
                  <a:cubicBezTo>
                    <a:pt x="5416317" y="1694109"/>
                    <a:pt x="5857703" y="2516643"/>
                    <a:pt x="5539036" y="3362353"/>
                  </a:cubicBezTo>
                  <a:cubicBezTo>
                    <a:pt x="5111758" y="4496612"/>
                    <a:pt x="5300763" y="4716633"/>
                    <a:pt x="4712024" y="5293280"/>
                  </a:cubicBezTo>
                  <a:cubicBezTo>
                    <a:pt x="4123284" y="5869926"/>
                    <a:pt x="3446201" y="6130481"/>
                    <a:pt x="2547864" y="6130481"/>
                  </a:cubicBezTo>
                  <a:cubicBezTo>
                    <a:pt x="1657476" y="6130481"/>
                    <a:pt x="850619" y="5780127"/>
                    <a:pt x="263223" y="5212325"/>
                  </a:cubicBezTo>
                  <a:cubicBezTo>
                    <a:pt x="188497" y="5140091"/>
                    <a:pt x="117321" y="5064339"/>
                    <a:pt x="49974" y="4985345"/>
                  </a:cubicBezTo>
                  <a:lnTo>
                    <a:pt x="0" y="4920618"/>
                  </a:lnTo>
                  <a:lnTo>
                    <a:pt x="0" y="3760303"/>
                  </a:lnTo>
                  <a:lnTo>
                    <a:pt x="80488" y="3974159"/>
                  </a:lnTo>
                  <a:cubicBezTo>
                    <a:pt x="217875" y="4289243"/>
                    <a:pt x="414383" y="4571632"/>
                    <a:pt x="664748" y="4813600"/>
                  </a:cubicBezTo>
                  <a:cubicBezTo>
                    <a:pt x="1169734" y="5301566"/>
                    <a:pt x="1838644" y="5570406"/>
                    <a:pt x="2548087" y="5570406"/>
                  </a:cubicBezTo>
                  <a:cubicBezTo>
                    <a:pt x="2928786" y="5570406"/>
                    <a:pt x="3252156" y="5516996"/>
                    <a:pt x="3536561" y="5407153"/>
                  </a:cubicBezTo>
                  <a:cubicBezTo>
                    <a:pt x="3815366" y="5299438"/>
                    <a:pt x="4067747" y="5132603"/>
                    <a:pt x="4308035" y="4897241"/>
                  </a:cubicBezTo>
                  <a:cubicBezTo>
                    <a:pt x="4475095" y="4733653"/>
                    <a:pt x="4533767" y="4637358"/>
                    <a:pt x="4569038" y="4564802"/>
                  </a:cubicBezTo>
                  <a:cubicBezTo>
                    <a:pt x="4619313" y="4461453"/>
                    <a:pt x="4652792" y="4330784"/>
                    <a:pt x="4699147" y="4149952"/>
                  </a:cubicBezTo>
                  <a:cubicBezTo>
                    <a:pt x="4758491" y="3918846"/>
                    <a:pt x="4839558" y="3602194"/>
                    <a:pt x="5003034" y="3168421"/>
                  </a:cubicBezTo>
                  <a:cubicBezTo>
                    <a:pt x="5103024" y="2902940"/>
                    <a:pt x="5100112" y="2626037"/>
                    <a:pt x="4994189" y="2321590"/>
                  </a:cubicBezTo>
                  <a:cubicBezTo>
                    <a:pt x="4900470" y="2052526"/>
                    <a:pt x="4725460" y="1769129"/>
                    <a:pt x="4487860" y="1501856"/>
                  </a:cubicBezTo>
                  <a:cubicBezTo>
                    <a:pt x="4210285" y="1189683"/>
                    <a:pt x="3933047" y="962832"/>
                    <a:pt x="3640469" y="808425"/>
                  </a:cubicBezTo>
                  <a:cubicBezTo>
                    <a:pt x="3323369" y="641141"/>
                    <a:pt x="2988578" y="559851"/>
                    <a:pt x="2616837" y="559851"/>
                  </a:cubicBezTo>
                  <a:cubicBezTo>
                    <a:pt x="2315413" y="559851"/>
                    <a:pt x="2044110" y="640134"/>
                    <a:pt x="1762952" y="812008"/>
                  </a:cubicBezTo>
                  <a:cubicBezTo>
                    <a:pt x="1472838" y="989593"/>
                    <a:pt x="1197167" y="1250707"/>
                    <a:pt x="939635" y="1502976"/>
                  </a:cubicBezTo>
                  <a:cubicBezTo>
                    <a:pt x="819379" y="1620769"/>
                    <a:pt x="700355" y="1727700"/>
                    <a:pt x="585250" y="1831049"/>
                  </a:cubicBezTo>
                  <a:cubicBezTo>
                    <a:pt x="362317" y="2031140"/>
                    <a:pt x="169840" y="2204022"/>
                    <a:pt x="40403" y="2389556"/>
                  </a:cubicBezTo>
                  <a:lnTo>
                    <a:pt x="0" y="2456747"/>
                  </a:lnTo>
                  <a:lnTo>
                    <a:pt x="0" y="1601114"/>
                  </a:lnTo>
                  <a:lnTo>
                    <a:pt x="93200" y="1513741"/>
                  </a:lnTo>
                  <a:cubicBezTo>
                    <a:pt x="237107" y="1383294"/>
                    <a:pt x="388238" y="1251435"/>
                    <a:pt x="535423" y="1107273"/>
                  </a:cubicBezTo>
                  <a:cubicBezTo>
                    <a:pt x="1124050" y="530627"/>
                    <a:pt x="1718500" y="0"/>
                    <a:pt x="2616837" y="0"/>
                  </a:cubicBezTo>
                  <a:close/>
                </a:path>
              </a:pathLst>
            </a:custGeom>
            <a:gradFill>
              <a:gsLst>
                <a:gs pos="2000">
                  <a:schemeClr val="bg1">
                    <a:alpha val="10000"/>
                  </a:schemeClr>
                </a:gs>
                <a:gs pos="54000">
                  <a:schemeClr val="accent6">
                    <a:alpha val="10000"/>
                  </a:schemeClr>
                </a:gs>
                <a:gs pos="100000">
                  <a:schemeClr val="bg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Shape 14">
              <a:extLst>
                <a:ext uri="{FF2B5EF4-FFF2-40B4-BE49-F238E27FC236}">
                  <a16:creationId xmlns:a16="http://schemas.microsoft.com/office/drawing/2014/main" id="{D1E30050-9FC4-4CC7-8C0B-BF5EFD1064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176241"/>
              <a:ext cx="5517522" cy="6130481"/>
            </a:xfrm>
            <a:custGeom>
              <a:avLst/>
              <a:gdLst>
                <a:gd name="connsiteX0" fmla="*/ 2549095 w 5517522"/>
                <a:gd name="connsiteY0" fmla="*/ 0 h 6130481"/>
                <a:gd name="connsiteX1" fmla="*/ 4804175 w 5517522"/>
                <a:gd name="connsiteY1" fmla="*/ 1134258 h 6130481"/>
                <a:gd name="connsiteX2" fmla="*/ 5411838 w 5517522"/>
                <a:gd name="connsiteY2" fmla="*/ 3362353 h 6130481"/>
                <a:gd name="connsiteX3" fmla="*/ 4601621 w 5517522"/>
                <a:gd name="connsiteY3" fmla="*/ 5293280 h 6130481"/>
                <a:gd name="connsiteX4" fmla="*/ 2481577 w 5517522"/>
                <a:gd name="connsiteY4" fmla="*/ 6130481 h 6130481"/>
                <a:gd name="connsiteX5" fmla="*/ 243517 w 5517522"/>
                <a:gd name="connsiteY5" fmla="*/ 5212325 h 6130481"/>
                <a:gd name="connsiteX6" fmla="*/ 34587 w 5517522"/>
                <a:gd name="connsiteY6" fmla="*/ 4985345 h 6130481"/>
                <a:gd name="connsiteX7" fmla="*/ 0 w 5517522"/>
                <a:gd name="connsiteY7" fmla="*/ 4939620 h 6130481"/>
                <a:gd name="connsiteX8" fmla="*/ 0 w 5517522"/>
                <a:gd name="connsiteY8" fmla="*/ 3335329 h 6130481"/>
                <a:gd name="connsiteX9" fmla="*/ 17141 w 5517522"/>
                <a:gd name="connsiteY9" fmla="*/ 3448738 h 6130481"/>
                <a:gd name="connsiteX10" fmla="*/ 167489 w 5517522"/>
                <a:gd name="connsiteY10" fmla="*/ 3930490 h 6130481"/>
                <a:gd name="connsiteX11" fmla="*/ 715471 w 5517522"/>
                <a:gd name="connsiteY11" fmla="*/ 4734212 h 6130481"/>
                <a:gd name="connsiteX12" fmla="*/ 2481689 w 5517522"/>
                <a:gd name="connsiteY12" fmla="*/ 5458772 h 6130481"/>
                <a:gd name="connsiteX13" fmla="*/ 4126644 w 5517522"/>
                <a:gd name="connsiteY13" fmla="*/ 4818302 h 6130481"/>
                <a:gd name="connsiteX14" fmla="*/ 4360437 w 5517522"/>
                <a:gd name="connsiteY14" fmla="*/ 4516766 h 6130481"/>
                <a:gd name="connsiteX15" fmla="*/ 4480357 w 5517522"/>
                <a:gd name="connsiteY15" fmla="*/ 4122855 h 6130481"/>
                <a:gd name="connsiteX16" fmla="*/ 4781557 w 5517522"/>
                <a:gd name="connsiteY16" fmla="*/ 3129791 h 6130481"/>
                <a:gd name="connsiteX17" fmla="*/ 4771928 w 5517522"/>
                <a:gd name="connsiteY17" fmla="*/ 2357869 h 6130481"/>
                <a:gd name="connsiteX18" fmla="*/ 4297510 w 5517522"/>
                <a:gd name="connsiteY18" fmla="*/ 1575533 h 6130481"/>
                <a:gd name="connsiteX19" fmla="*/ 3498715 w 5517522"/>
                <a:gd name="connsiteY19" fmla="*/ 907071 h 6130481"/>
                <a:gd name="connsiteX20" fmla="*/ 2549095 w 5517522"/>
                <a:gd name="connsiteY20" fmla="*/ 671821 h 6130481"/>
                <a:gd name="connsiteX21" fmla="*/ 985319 w 5517522"/>
                <a:gd name="connsiteY21" fmla="*/ 1582475 h 6130481"/>
                <a:gd name="connsiteX22" fmla="*/ 634628 w 5517522"/>
                <a:gd name="connsiteY22" fmla="*/ 1913907 h 6130481"/>
                <a:gd name="connsiteX23" fmla="*/ 117662 w 5517522"/>
                <a:gd name="connsiteY23" fmla="*/ 2453044 h 6130481"/>
                <a:gd name="connsiteX24" fmla="*/ 2515 w 5517522"/>
                <a:gd name="connsiteY24" fmla="*/ 2685494 h 6130481"/>
                <a:gd name="connsiteX25" fmla="*/ 0 w 5517522"/>
                <a:gd name="connsiteY25" fmla="*/ 2696965 h 6130481"/>
                <a:gd name="connsiteX26" fmla="*/ 0 w 5517522"/>
                <a:gd name="connsiteY26" fmla="*/ 1587383 h 6130481"/>
                <a:gd name="connsiteX27" fmla="*/ 76951 w 5517522"/>
                <a:gd name="connsiteY27" fmla="*/ 1513741 h 6130481"/>
                <a:gd name="connsiteX28" fmla="*/ 510118 w 5517522"/>
                <a:gd name="connsiteY28" fmla="*/ 1107273 h 6130481"/>
                <a:gd name="connsiteX29" fmla="*/ 2549095 w 5517522"/>
                <a:gd name="connsiteY29" fmla="*/ 0 h 61304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517522" h="6130481">
                  <a:moveTo>
                    <a:pt x="2549095" y="0"/>
                  </a:moveTo>
                  <a:cubicBezTo>
                    <a:pt x="3508568" y="0"/>
                    <a:pt x="4219915" y="463445"/>
                    <a:pt x="4804175" y="1134258"/>
                  </a:cubicBezTo>
                  <a:cubicBezTo>
                    <a:pt x="5291694" y="1694109"/>
                    <a:pt x="5724011" y="2516643"/>
                    <a:pt x="5411838" y="3362353"/>
                  </a:cubicBezTo>
                  <a:cubicBezTo>
                    <a:pt x="4993181" y="4496612"/>
                    <a:pt x="5178268" y="4716633"/>
                    <a:pt x="4601621" y="5293280"/>
                  </a:cubicBezTo>
                  <a:cubicBezTo>
                    <a:pt x="4024863" y="5869926"/>
                    <a:pt x="3361551" y="6130481"/>
                    <a:pt x="2481577" y="6130481"/>
                  </a:cubicBezTo>
                  <a:cubicBezTo>
                    <a:pt x="1609329" y="6130481"/>
                    <a:pt x="818932" y="5780127"/>
                    <a:pt x="243517" y="5212325"/>
                  </a:cubicBezTo>
                  <a:cubicBezTo>
                    <a:pt x="170302" y="5140091"/>
                    <a:pt x="100568" y="5064339"/>
                    <a:pt x="34587" y="4985345"/>
                  </a:cubicBezTo>
                  <a:lnTo>
                    <a:pt x="0" y="4939620"/>
                  </a:lnTo>
                  <a:lnTo>
                    <a:pt x="0" y="3335329"/>
                  </a:lnTo>
                  <a:lnTo>
                    <a:pt x="17141" y="3448738"/>
                  </a:lnTo>
                  <a:cubicBezTo>
                    <a:pt x="50676" y="3613558"/>
                    <a:pt x="100867" y="3774516"/>
                    <a:pt x="167489" y="3930490"/>
                  </a:cubicBezTo>
                  <a:cubicBezTo>
                    <a:pt x="296255" y="4232138"/>
                    <a:pt x="480670" y="4502546"/>
                    <a:pt x="715471" y="4734212"/>
                  </a:cubicBezTo>
                  <a:cubicBezTo>
                    <a:pt x="1188993" y="5201464"/>
                    <a:pt x="1816250" y="5458772"/>
                    <a:pt x="2481689" y="5458772"/>
                  </a:cubicBezTo>
                  <a:cubicBezTo>
                    <a:pt x="3185758" y="5458772"/>
                    <a:pt x="3677755" y="5267191"/>
                    <a:pt x="4126644" y="4818302"/>
                  </a:cubicBezTo>
                  <a:cubicBezTo>
                    <a:pt x="4278363" y="4666583"/>
                    <a:pt x="4329982" y="4580701"/>
                    <a:pt x="4360437" y="4516766"/>
                  </a:cubicBezTo>
                  <a:cubicBezTo>
                    <a:pt x="4404890" y="4423495"/>
                    <a:pt x="4436577" y="4297417"/>
                    <a:pt x="4480357" y="4122855"/>
                  </a:cubicBezTo>
                  <a:cubicBezTo>
                    <a:pt x="4539030" y="3889285"/>
                    <a:pt x="4619425" y="3569275"/>
                    <a:pt x="4781557" y="3129791"/>
                  </a:cubicBezTo>
                  <a:cubicBezTo>
                    <a:pt x="4870238" y="2889503"/>
                    <a:pt x="4867103" y="2637010"/>
                    <a:pt x="4771928" y="2357869"/>
                  </a:cubicBezTo>
                  <a:cubicBezTo>
                    <a:pt x="4684815" y="2102465"/>
                    <a:pt x="4520779" y="1831945"/>
                    <a:pt x="4297510" y="1575533"/>
                  </a:cubicBezTo>
                  <a:cubicBezTo>
                    <a:pt x="4034492" y="1273549"/>
                    <a:pt x="3773266" y="1054983"/>
                    <a:pt x="3498715" y="907071"/>
                  </a:cubicBezTo>
                  <a:cubicBezTo>
                    <a:pt x="3204905" y="748745"/>
                    <a:pt x="2894187" y="671821"/>
                    <a:pt x="2549095" y="671821"/>
                  </a:cubicBezTo>
                  <a:cubicBezTo>
                    <a:pt x="1942553" y="671821"/>
                    <a:pt x="1518298" y="1049273"/>
                    <a:pt x="985319" y="1582475"/>
                  </a:cubicBezTo>
                  <a:cubicBezTo>
                    <a:pt x="865735" y="1702059"/>
                    <a:pt x="748278" y="1809774"/>
                    <a:pt x="634628" y="1913907"/>
                  </a:cubicBezTo>
                  <a:cubicBezTo>
                    <a:pt x="421325" y="2109407"/>
                    <a:pt x="237134" y="2278146"/>
                    <a:pt x="117662" y="2453044"/>
                  </a:cubicBezTo>
                  <a:cubicBezTo>
                    <a:pt x="64756" y="2530415"/>
                    <a:pt x="27022" y="2605799"/>
                    <a:pt x="2515" y="2685494"/>
                  </a:cubicBezTo>
                  <a:lnTo>
                    <a:pt x="0" y="2696965"/>
                  </a:lnTo>
                  <a:lnTo>
                    <a:pt x="0" y="1587383"/>
                  </a:lnTo>
                  <a:lnTo>
                    <a:pt x="76951" y="1513741"/>
                  </a:lnTo>
                  <a:cubicBezTo>
                    <a:pt x="217918" y="1383294"/>
                    <a:pt x="365956" y="1251435"/>
                    <a:pt x="510118" y="1107273"/>
                  </a:cubicBezTo>
                  <a:cubicBezTo>
                    <a:pt x="1086764" y="530627"/>
                    <a:pt x="1669121" y="0"/>
                    <a:pt x="2549095"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Shape 15">
              <a:extLst>
                <a:ext uri="{FF2B5EF4-FFF2-40B4-BE49-F238E27FC236}">
                  <a16:creationId xmlns:a16="http://schemas.microsoft.com/office/drawing/2014/main" id="{E7E03733-50FD-49A6-B226-40F6A0AD45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176241"/>
              <a:ext cx="5517475" cy="6130481"/>
            </a:xfrm>
            <a:custGeom>
              <a:avLst/>
              <a:gdLst>
                <a:gd name="connsiteX0" fmla="*/ 2549095 w 5517475"/>
                <a:gd name="connsiteY0" fmla="*/ 0 h 6130481"/>
                <a:gd name="connsiteX1" fmla="*/ 4804175 w 5517475"/>
                <a:gd name="connsiteY1" fmla="*/ 1134258 h 6130481"/>
                <a:gd name="connsiteX2" fmla="*/ 5411838 w 5517475"/>
                <a:gd name="connsiteY2" fmla="*/ 3362353 h 6130481"/>
                <a:gd name="connsiteX3" fmla="*/ 4601621 w 5517475"/>
                <a:gd name="connsiteY3" fmla="*/ 5293280 h 6130481"/>
                <a:gd name="connsiteX4" fmla="*/ 2481577 w 5517475"/>
                <a:gd name="connsiteY4" fmla="*/ 6130481 h 6130481"/>
                <a:gd name="connsiteX5" fmla="*/ 243517 w 5517475"/>
                <a:gd name="connsiteY5" fmla="*/ 5212325 h 6130481"/>
                <a:gd name="connsiteX6" fmla="*/ 34587 w 5517475"/>
                <a:gd name="connsiteY6" fmla="*/ 4985345 h 6130481"/>
                <a:gd name="connsiteX7" fmla="*/ 0 w 5517475"/>
                <a:gd name="connsiteY7" fmla="*/ 4939620 h 6130481"/>
                <a:gd name="connsiteX8" fmla="*/ 0 w 5517475"/>
                <a:gd name="connsiteY8" fmla="*/ 3799573 h 6130481"/>
                <a:gd name="connsiteX9" fmla="*/ 64364 w 5517475"/>
                <a:gd name="connsiteY9" fmla="*/ 3974159 h 6130481"/>
                <a:gd name="connsiteX10" fmla="*/ 636644 w 5517475"/>
                <a:gd name="connsiteY10" fmla="*/ 4813600 h 6130481"/>
                <a:gd name="connsiteX11" fmla="*/ 2481577 w 5517475"/>
                <a:gd name="connsiteY11" fmla="*/ 5570406 h 6130481"/>
                <a:gd name="connsiteX12" fmla="*/ 3449896 w 5517475"/>
                <a:gd name="connsiteY12" fmla="*/ 5407153 h 6130481"/>
                <a:gd name="connsiteX13" fmla="*/ 4205695 w 5517475"/>
                <a:gd name="connsiteY13" fmla="*/ 4897241 h 6130481"/>
                <a:gd name="connsiteX14" fmla="*/ 4461434 w 5517475"/>
                <a:gd name="connsiteY14" fmla="*/ 4564802 h 6130481"/>
                <a:gd name="connsiteX15" fmla="*/ 4588969 w 5517475"/>
                <a:gd name="connsiteY15" fmla="*/ 4149952 h 6130481"/>
                <a:gd name="connsiteX16" fmla="*/ 4886585 w 5517475"/>
                <a:gd name="connsiteY16" fmla="*/ 3168421 h 6130481"/>
                <a:gd name="connsiteX17" fmla="*/ 4877964 w 5517475"/>
                <a:gd name="connsiteY17" fmla="*/ 2321590 h 6130481"/>
                <a:gd name="connsiteX18" fmla="*/ 4382048 w 5517475"/>
                <a:gd name="connsiteY18" fmla="*/ 1501856 h 6130481"/>
                <a:gd name="connsiteX19" fmla="*/ 3551900 w 5517475"/>
                <a:gd name="connsiteY19" fmla="*/ 808425 h 6130481"/>
                <a:gd name="connsiteX20" fmla="*/ 2549095 w 5517475"/>
                <a:gd name="connsiteY20" fmla="*/ 559851 h 6130481"/>
                <a:gd name="connsiteX21" fmla="*/ 1712566 w 5517475"/>
                <a:gd name="connsiteY21" fmla="*/ 812008 h 6130481"/>
                <a:gd name="connsiteX22" fmla="*/ 906044 w 5517475"/>
                <a:gd name="connsiteY22" fmla="*/ 1502976 h 6130481"/>
                <a:gd name="connsiteX23" fmla="*/ 558825 w 5517475"/>
                <a:gd name="connsiteY23" fmla="*/ 1831049 h 6130481"/>
                <a:gd name="connsiteX24" fmla="*/ 25063 w 5517475"/>
                <a:gd name="connsiteY24" fmla="*/ 2389556 h 6130481"/>
                <a:gd name="connsiteX25" fmla="*/ 0 w 5517475"/>
                <a:gd name="connsiteY25" fmla="*/ 2432109 h 6130481"/>
                <a:gd name="connsiteX26" fmla="*/ 0 w 5517475"/>
                <a:gd name="connsiteY26" fmla="*/ 1587383 h 6130481"/>
                <a:gd name="connsiteX27" fmla="*/ 76951 w 5517475"/>
                <a:gd name="connsiteY27" fmla="*/ 1513741 h 6130481"/>
                <a:gd name="connsiteX28" fmla="*/ 510118 w 5517475"/>
                <a:gd name="connsiteY28" fmla="*/ 1107273 h 6130481"/>
                <a:gd name="connsiteX29" fmla="*/ 2549095 w 5517475"/>
                <a:gd name="connsiteY29" fmla="*/ 0 h 61304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517475" h="6130481">
                  <a:moveTo>
                    <a:pt x="2549095" y="0"/>
                  </a:moveTo>
                  <a:cubicBezTo>
                    <a:pt x="3508568" y="0"/>
                    <a:pt x="4219915" y="463445"/>
                    <a:pt x="4804175" y="1134258"/>
                  </a:cubicBezTo>
                  <a:cubicBezTo>
                    <a:pt x="5291694" y="1694109"/>
                    <a:pt x="5723899" y="2516643"/>
                    <a:pt x="5411838" y="3362353"/>
                  </a:cubicBezTo>
                  <a:cubicBezTo>
                    <a:pt x="4993181" y="4496612"/>
                    <a:pt x="5178268" y="4716633"/>
                    <a:pt x="4601621" y="5293280"/>
                  </a:cubicBezTo>
                  <a:cubicBezTo>
                    <a:pt x="4024863" y="5869926"/>
                    <a:pt x="3361551" y="6130481"/>
                    <a:pt x="2481577" y="6130481"/>
                  </a:cubicBezTo>
                  <a:cubicBezTo>
                    <a:pt x="1609329" y="6130481"/>
                    <a:pt x="818932" y="5780127"/>
                    <a:pt x="243517" y="5212325"/>
                  </a:cubicBezTo>
                  <a:cubicBezTo>
                    <a:pt x="170302" y="5140091"/>
                    <a:pt x="100568" y="5064339"/>
                    <a:pt x="34587" y="4985345"/>
                  </a:cubicBezTo>
                  <a:lnTo>
                    <a:pt x="0" y="4939620"/>
                  </a:lnTo>
                  <a:lnTo>
                    <a:pt x="0" y="3799573"/>
                  </a:lnTo>
                  <a:lnTo>
                    <a:pt x="64364" y="3974159"/>
                  </a:lnTo>
                  <a:cubicBezTo>
                    <a:pt x="198841" y="4289243"/>
                    <a:pt x="391429" y="4571632"/>
                    <a:pt x="636644" y="4813600"/>
                  </a:cubicBezTo>
                  <a:cubicBezTo>
                    <a:pt x="1131328" y="5301566"/>
                    <a:pt x="1786578" y="5570406"/>
                    <a:pt x="2481577" y="5570406"/>
                  </a:cubicBezTo>
                  <a:cubicBezTo>
                    <a:pt x="2854550" y="5570406"/>
                    <a:pt x="3171314" y="5516996"/>
                    <a:pt x="3449896" y="5407153"/>
                  </a:cubicBezTo>
                  <a:cubicBezTo>
                    <a:pt x="3723103" y="5299438"/>
                    <a:pt x="3970333" y="5132603"/>
                    <a:pt x="4205695" y="4897241"/>
                  </a:cubicBezTo>
                  <a:cubicBezTo>
                    <a:pt x="4369395" y="4733653"/>
                    <a:pt x="4426836" y="4637358"/>
                    <a:pt x="4461434" y="4564802"/>
                  </a:cubicBezTo>
                  <a:cubicBezTo>
                    <a:pt x="4510701" y="4461453"/>
                    <a:pt x="4543509" y="4330784"/>
                    <a:pt x="4588969" y="4149952"/>
                  </a:cubicBezTo>
                  <a:cubicBezTo>
                    <a:pt x="4646969" y="3918846"/>
                    <a:pt x="4726468" y="3602194"/>
                    <a:pt x="4886585" y="3168421"/>
                  </a:cubicBezTo>
                  <a:cubicBezTo>
                    <a:pt x="4984560" y="2902940"/>
                    <a:pt x="4981760" y="2626037"/>
                    <a:pt x="4877964" y="2321590"/>
                  </a:cubicBezTo>
                  <a:cubicBezTo>
                    <a:pt x="4786260" y="2052526"/>
                    <a:pt x="4614834" y="1769129"/>
                    <a:pt x="4382048" y="1501856"/>
                  </a:cubicBezTo>
                  <a:cubicBezTo>
                    <a:pt x="4110072" y="1189683"/>
                    <a:pt x="3838544" y="962832"/>
                    <a:pt x="3551900" y="808425"/>
                  </a:cubicBezTo>
                  <a:cubicBezTo>
                    <a:pt x="3241183" y="641141"/>
                    <a:pt x="2913222" y="559851"/>
                    <a:pt x="2549095" y="559851"/>
                  </a:cubicBezTo>
                  <a:cubicBezTo>
                    <a:pt x="2253830" y="559851"/>
                    <a:pt x="1988013" y="640134"/>
                    <a:pt x="1712566" y="812008"/>
                  </a:cubicBezTo>
                  <a:cubicBezTo>
                    <a:pt x="1428385" y="989593"/>
                    <a:pt x="1158313" y="1250707"/>
                    <a:pt x="906044" y="1502976"/>
                  </a:cubicBezTo>
                  <a:cubicBezTo>
                    <a:pt x="788140" y="1620769"/>
                    <a:pt x="671579" y="1727700"/>
                    <a:pt x="558825" y="1831049"/>
                  </a:cubicBezTo>
                  <a:cubicBezTo>
                    <a:pt x="340371" y="2031140"/>
                    <a:pt x="151813" y="2204022"/>
                    <a:pt x="25063" y="2389556"/>
                  </a:cubicBezTo>
                  <a:lnTo>
                    <a:pt x="0" y="2432109"/>
                  </a:lnTo>
                  <a:lnTo>
                    <a:pt x="0" y="1587383"/>
                  </a:lnTo>
                  <a:lnTo>
                    <a:pt x="76951" y="1513741"/>
                  </a:lnTo>
                  <a:cubicBezTo>
                    <a:pt x="217918" y="1383294"/>
                    <a:pt x="365956" y="1251435"/>
                    <a:pt x="510118" y="1107273"/>
                  </a:cubicBezTo>
                  <a:cubicBezTo>
                    <a:pt x="1086764" y="530627"/>
                    <a:pt x="1669121" y="0"/>
                    <a:pt x="2549095"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7" name="Freeform: Shape 16">
              <a:extLst>
                <a:ext uri="{FF2B5EF4-FFF2-40B4-BE49-F238E27FC236}">
                  <a16:creationId xmlns:a16="http://schemas.microsoft.com/office/drawing/2014/main" id="{8A614510-A9F4-41B6-B78E-F49E390C7E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0"/>
              <a:ext cx="5646974" cy="6483075"/>
            </a:xfrm>
            <a:custGeom>
              <a:avLst/>
              <a:gdLst>
                <a:gd name="connsiteX0" fmla="*/ 2405773 w 5646974"/>
                <a:gd name="connsiteY0" fmla="*/ 0 h 6483075"/>
                <a:gd name="connsiteX1" fmla="*/ 5646974 w 5646974"/>
                <a:gd name="connsiteY1" fmla="*/ 3241538 h 6483075"/>
                <a:gd name="connsiteX2" fmla="*/ 2405773 w 5646974"/>
                <a:gd name="connsiteY2" fmla="*/ 6483075 h 6483075"/>
                <a:gd name="connsiteX3" fmla="*/ 113897 w 5646974"/>
                <a:gd name="connsiteY3" fmla="*/ 5533666 h 6483075"/>
                <a:gd name="connsiteX4" fmla="*/ 0 w 5646974"/>
                <a:gd name="connsiteY4" fmla="*/ 5408336 h 6483075"/>
                <a:gd name="connsiteX5" fmla="*/ 0 w 5646974"/>
                <a:gd name="connsiteY5" fmla="*/ 4983659 h 6483075"/>
                <a:gd name="connsiteX6" fmla="*/ 155731 w 5646974"/>
                <a:gd name="connsiteY6" fmla="*/ 5176047 h 6483075"/>
                <a:gd name="connsiteX7" fmla="*/ 1093706 w 5646974"/>
                <a:gd name="connsiteY7" fmla="*/ 5866903 h 6483075"/>
                <a:gd name="connsiteX8" fmla="*/ 1639673 w 5646974"/>
                <a:gd name="connsiteY8" fmla="*/ 6059940 h 6483075"/>
                <a:gd name="connsiteX9" fmla="*/ 1709990 w 5646974"/>
                <a:gd name="connsiteY9" fmla="*/ 6076287 h 6483075"/>
                <a:gd name="connsiteX10" fmla="*/ 1780307 w 5646974"/>
                <a:gd name="connsiteY10" fmla="*/ 6091963 h 6483075"/>
                <a:gd name="connsiteX11" fmla="*/ 1851072 w 5646974"/>
                <a:gd name="connsiteY11" fmla="*/ 6105176 h 6483075"/>
                <a:gd name="connsiteX12" fmla="*/ 1886455 w 5646974"/>
                <a:gd name="connsiteY12" fmla="*/ 6111782 h 6483075"/>
                <a:gd name="connsiteX13" fmla="*/ 1921949 w 5646974"/>
                <a:gd name="connsiteY13" fmla="*/ 6117716 h 6483075"/>
                <a:gd name="connsiteX14" fmla="*/ 2064152 w 5646974"/>
                <a:gd name="connsiteY14" fmla="*/ 6137647 h 6483075"/>
                <a:gd name="connsiteX15" fmla="*/ 2206914 w 5646974"/>
                <a:gd name="connsiteY15" fmla="*/ 6151195 h 6483075"/>
                <a:gd name="connsiteX16" fmla="*/ 2350011 w 5646974"/>
                <a:gd name="connsiteY16" fmla="*/ 6158250 h 6483075"/>
                <a:gd name="connsiteX17" fmla="*/ 2493109 w 5646974"/>
                <a:gd name="connsiteY17" fmla="*/ 6159705 h 6483075"/>
                <a:gd name="connsiteX18" fmla="*/ 2781321 w 5646974"/>
                <a:gd name="connsiteY18" fmla="*/ 6147277 h 6483075"/>
                <a:gd name="connsiteX19" fmla="*/ 3345091 w 5646974"/>
                <a:gd name="connsiteY19" fmla="*/ 6060276 h 6483075"/>
                <a:gd name="connsiteX20" fmla="*/ 3878853 w 5646974"/>
                <a:gd name="connsiteY20" fmla="*/ 5871718 h 6483075"/>
                <a:gd name="connsiteX21" fmla="*/ 4367267 w 5646974"/>
                <a:gd name="connsiteY21" fmla="*/ 5573093 h 6483075"/>
                <a:gd name="connsiteX22" fmla="*/ 4424484 w 5646974"/>
                <a:gd name="connsiteY22" fmla="*/ 5528529 h 6483075"/>
                <a:gd name="connsiteX23" fmla="*/ 4481252 w 5646974"/>
                <a:gd name="connsiteY23" fmla="*/ 5483069 h 6483075"/>
                <a:gd name="connsiteX24" fmla="*/ 4536790 w 5646974"/>
                <a:gd name="connsiteY24" fmla="*/ 5435818 h 6483075"/>
                <a:gd name="connsiteX25" fmla="*/ 4591543 w 5646974"/>
                <a:gd name="connsiteY25" fmla="*/ 5387671 h 6483075"/>
                <a:gd name="connsiteX26" fmla="*/ 4794209 w 5646974"/>
                <a:gd name="connsiteY26" fmla="*/ 5181198 h 6483075"/>
                <a:gd name="connsiteX27" fmla="*/ 4956678 w 5646974"/>
                <a:gd name="connsiteY27" fmla="*/ 4945836 h 6483075"/>
                <a:gd name="connsiteX28" fmla="*/ 4989262 w 5646974"/>
                <a:gd name="connsiteY28" fmla="*/ 4881453 h 6483075"/>
                <a:gd name="connsiteX29" fmla="*/ 5017814 w 5646974"/>
                <a:gd name="connsiteY29" fmla="*/ 4814607 h 6483075"/>
                <a:gd name="connsiteX30" fmla="*/ 5044127 w 5646974"/>
                <a:gd name="connsiteY30" fmla="*/ 4746193 h 6483075"/>
                <a:gd name="connsiteX31" fmla="*/ 5068425 w 5646974"/>
                <a:gd name="connsiteY31" fmla="*/ 4676436 h 6483075"/>
                <a:gd name="connsiteX32" fmla="*/ 5154641 w 5646974"/>
                <a:gd name="connsiteY32" fmla="*/ 4390352 h 6483075"/>
                <a:gd name="connsiteX33" fmla="*/ 5196854 w 5646974"/>
                <a:gd name="connsiteY33" fmla="*/ 4246134 h 6483075"/>
                <a:gd name="connsiteX34" fmla="*/ 5240299 w 5646974"/>
                <a:gd name="connsiteY34" fmla="*/ 4102140 h 6483075"/>
                <a:gd name="connsiteX35" fmla="*/ 5432440 w 5646974"/>
                <a:gd name="connsiteY35" fmla="*/ 3532884 h 6483075"/>
                <a:gd name="connsiteX36" fmla="*/ 5528846 w 5646974"/>
                <a:gd name="connsiteY36" fmla="*/ 2951647 h 6483075"/>
                <a:gd name="connsiteX37" fmla="*/ 5495927 w 5646974"/>
                <a:gd name="connsiteY37" fmla="*/ 2658733 h 6483075"/>
                <a:gd name="connsiteX38" fmla="*/ 5480027 w 5646974"/>
                <a:gd name="connsiteY38" fmla="*/ 2586848 h 6483075"/>
                <a:gd name="connsiteX39" fmla="*/ 5461328 w 5646974"/>
                <a:gd name="connsiteY39" fmla="*/ 2515635 h 6483075"/>
                <a:gd name="connsiteX40" fmla="*/ 5439605 w 5646974"/>
                <a:gd name="connsiteY40" fmla="*/ 2445317 h 6483075"/>
                <a:gd name="connsiteX41" fmla="*/ 5415532 w 5646974"/>
                <a:gd name="connsiteY41" fmla="*/ 2375896 h 6483075"/>
                <a:gd name="connsiteX42" fmla="*/ 5144564 w 5646974"/>
                <a:gd name="connsiteY42" fmla="*/ 1857138 h 6483075"/>
                <a:gd name="connsiteX43" fmla="*/ 4774838 w 5646974"/>
                <a:gd name="connsiteY43" fmla="*/ 1405450 h 6483075"/>
                <a:gd name="connsiteX44" fmla="*/ 4345769 w 5646974"/>
                <a:gd name="connsiteY44" fmla="*/ 1012323 h 6483075"/>
                <a:gd name="connsiteX45" fmla="*/ 4115334 w 5646974"/>
                <a:gd name="connsiteY45" fmla="*/ 841344 h 6483075"/>
                <a:gd name="connsiteX46" fmla="*/ 3874038 w 5646974"/>
                <a:gd name="connsiteY46" fmla="*/ 691528 h 6483075"/>
                <a:gd name="connsiteX47" fmla="*/ 3359535 w 5646974"/>
                <a:gd name="connsiteY47" fmla="*/ 468819 h 6483075"/>
                <a:gd name="connsiteX48" fmla="*/ 2811105 w 5646974"/>
                <a:gd name="connsiteY48" fmla="*/ 366031 h 6483075"/>
                <a:gd name="connsiteX49" fmla="*/ 2741124 w 5646974"/>
                <a:gd name="connsiteY49" fmla="*/ 361440 h 6483075"/>
                <a:gd name="connsiteX50" fmla="*/ 2671030 w 5646974"/>
                <a:gd name="connsiteY50" fmla="*/ 358417 h 6483075"/>
                <a:gd name="connsiteX51" fmla="*/ 2600713 w 5646974"/>
                <a:gd name="connsiteY51" fmla="*/ 357521 h 6483075"/>
                <a:gd name="connsiteX52" fmla="*/ 2531739 w 5646974"/>
                <a:gd name="connsiteY52" fmla="*/ 358529 h 6483075"/>
                <a:gd name="connsiteX53" fmla="*/ 2259988 w 5646974"/>
                <a:gd name="connsiteY53" fmla="*/ 385289 h 6483075"/>
                <a:gd name="connsiteX54" fmla="*/ 1740670 w 5646974"/>
                <a:gd name="connsiteY54" fmla="*/ 553917 h 6483075"/>
                <a:gd name="connsiteX55" fmla="*/ 1264124 w 5646974"/>
                <a:gd name="connsiteY55" fmla="*/ 853549 h 6483075"/>
                <a:gd name="connsiteX56" fmla="*/ 823074 w 5646974"/>
                <a:gd name="connsiteY56" fmla="*/ 1234136 h 6483075"/>
                <a:gd name="connsiteX57" fmla="*/ 715694 w 5646974"/>
                <a:gd name="connsiteY57" fmla="*/ 1336252 h 6483075"/>
                <a:gd name="connsiteX58" fmla="*/ 606859 w 5646974"/>
                <a:gd name="connsiteY58" fmla="*/ 1440945 h 6483075"/>
                <a:gd name="connsiteX59" fmla="*/ 382023 w 5646974"/>
                <a:gd name="connsiteY59" fmla="*/ 1646074 h 6483075"/>
                <a:gd name="connsiteX60" fmla="*/ 158531 w 5646974"/>
                <a:gd name="connsiteY60" fmla="*/ 1843813 h 6483075"/>
                <a:gd name="connsiteX61" fmla="*/ 0 w 5646974"/>
                <a:gd name="connsiteY61" fmla="*/ 1991775 h 6483075"/>
                <a:gd name="connsiteX62" fmla="*/ 0 w 5646974"/>
                <a:gd name="connsiteY62" fmla="*/ 1074740 h 6483075"/>
                <a:gd name="connsiteX63" fmla="*/ 113897 w 5646974"/>
                <a:gd name="connsiteY63" fmla="*/ 949410 h 6483075"/>
                <a:gd name="connsiteX64" fmla="*/ 2405773 w 5646974"/>
                <a:gd name="connsiteY64" fmla="*/ 0 h 6483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5646974" h="6483075">
                  <a:moveTo>
                    <a:pt x="2405773" y="0"/>
                  </a:moveTo>
                  <a:cubicBezTo>
                    <a:pt x="4195841" y="0"/>
                    <a:pt x="5646974" y="1451246"/>
                    <a:pt x="5646974" y="3241538"/>
                  </a:cubicBezTo>
                  <a:cubicBezTo>
                    <a:pt x="5646974" y="5031830"/>
                    <a:pt x="4195841" y="6483075"/>
                    <a:pt x="2405773" y="6483075"/>
                  </a:cubicBezTo>
                  <a:cubicBezTo>
                    <a:pt x="1510739" y="6483075"/>
                    <a:pt x="700439" y="6120264"/>
                    <a:pt x="113897" y="5533666"/>
                  </a:cubicBezTo>
                  <a:lnTo>
                    <a:pt x="0" y="5408336"/>
                  </a:lnTo>
                  <a:lnTo>
                    <a:pt x="0" y="4983659"/>
                  </a:lnTo>
                  <a:lnTo>
                    <a:pt x="155731" y="5176047"/>
                  </a:lnTo>
                  <a:cubicBezTo>
                    <a:pt x="417742" y="5469073"/>
                    <a:pt x="741224" y="5704211"/>
                    <a:pt x="1093706" y="5866903"/>
                  </a:cubicBezTo>
                  <a:cubicBezTo>
                    <a:pt x="1269947" y="5948418"/>
                    <a:pt x="1453018" y="6013137"/>
                    <a:pt x="1639673" y="6059940"/>
                  </a:cubicBezTo>
                  <a:lnTo>
                    <a:pt x="1709990" y="6076287"/>
                  </a:lnTo>
                  <a:cubicBezTo>
                    <a:pt x="1733504" y="6081550"/>
                    <a:pt x="1756570" y="6088156"/>
                    <a:pt x="1780307" y="6091963"/>
                  </a:cubicBezTo>
                  <a:lnTo>
                    <a:pt x="1851072" y="6105176"/>
                  </a:lnTo>
                  <a:lnTo>
                    <a:pt x="1886455" y="6111782"/>
                  </a:lnTo>
                  <a:cubicBezTo>
                    <a:pt x="1898212" y="6114021"/>
                    <a:pt x="1909969" y="6116373"/>
                    <a:pt x="1921949" y="6117716"/>
                  </a:cubicBezTo>
                  <a:cubicBezTo>
                    <a:pt x="1969425" y="6124323"/>
                    <a:pt x="2016676" y="6131489"/>
                    <a:pt x="2064152" y="6137647"/>
                  </a:cubicBezTo>
                  <a:cubicBezTo>
                    <a:pt x="2111851" y="6141790"/>
                    <a:pt x="2159438" y="6146381"/>
                    <a:pt x="2206914" y="6151195"/>
                  </a:cubicBezTo>
                  <a:lnTo>
                    <a:pt x="2350011" y="6158250"/>
                  </a:lnTo>
                  <a:cubicBezTo>
                    <a:pt x="2397711" y="6159593"/>
                    <a:pt x="2445410" y="6159146"/>
                    <a:pt x="2493109" y="6159705"/>
                  </a:cubicBezTo>
                  <a:cubicBezTo>
                    <a:pt x="2589068" y="6158137"/>
                    <a:pt x="2685922" y="6154666"/>
                    <a:pt x="2781321" y="6147277"/>
                  </a:cubicBezTo>
                  <a:cubicBezTo>
                    <a:pt x="2972566" y="6132944"/>
                    <a:pt x="3161348" y="6105288"/>
                    <a:pt x="3345091" y="6060276"/>
                  </a:cubicBezTo>
                  <a:cubicBezTo>
                    <a:pt x="3528834" y="6015375"/>
                    <a:pt x="3707539" y="5952785"/>
                    <a:pt x="3878853" y="5871718"/>
                  </a:cubicBezTo>
                  <a:cubicBezTo>
                    <a:pt x="4050167" y="5790428"/>
                    <a:pt x="4213084" y="5689318"/>
                    <a:pt x="4367267" y="5573093"/>
                  </a:cubicBezTo>
                  <a:lnTo>
                    <a:pt x="4424484" y="5528529"/>
                  </a:lnTo>
                  <a:cubicBezTo>
                    <a:pt x="4443631" y="5513637"/>
                    <a:pt x="4463113" y="5499193"/>
                    <a:pt x="4481252" y="5483069"/>
                  </a:cubicBezTo>
                  <a:lnTo>
                    <a:pt x="4536790" y="5435818"/>
                  </a:lnTo>
                  <a:cubicBezTo>
                    <a:pt x="4555265" y="5419918"/>
                    <a:pt x="4574188" y="5404466"/>
                    <a:pt x="4591543" y="5387671"/>
                  </a:cubicBezTo>
                  <a:cubicBezTo>
                    <a:pt x="4662980" y="5321944"/>
                    <a:pt x="4733074" y="5254650"/>
                    <a:pt x="4794209" y="5181198"/>
                  </a:cubicBezTo>
                  <a:cubicBezTo>
                    <a:pt x="4857808" y="5109089"/>
                    <a:pt x="4910434" y="5029926"/>
                    <a:pt x="4956678" y="4945836"/>
                  </a:cubicBezTo>
                  <a:cubicBezTo>
                    <a:pt x="4967651" y="4924450"/>
                    <a:pt x="4978624" y="4903064"/>
                    <a:pt x="4989262" y="4881453"/>
                  </a:cubicBezTo>
                  <a:lnTo>
                    <a:pt x="5017814" y="4814607"/>
                  </a:lnTo>
                  <a:cubicBezTo>
                    <a:pt x="5027891" y="4792549"/>
                    <a:pt x="5035393" y="4769035"/>
                    <a:pt x="5044127" y="4746193"/>
                  </a:cubicBezTo>
                  <a:cubicBezTo>
                    <a:pt x="5052636" y="4723128"/>
                    <a:pt x="5061146" y="4700174"/>
                    <a:pt x="5068425" y="4676436"/>
                  </a:cubicBezTo>
                  <a:cubicBezTo>
                    <a:pt x="5099552" y="4582717"/>
                    <a:pt x="5126985" y="4486422"/>
                    <a:pt x="5154641" y="4390352"/>
                  </a:cubicBezTo>
                  <a:lnTo>
                    <a:pt x="5196854" y="4246134"/>
                  </a:lnTo>
                  <a:lnTo>
                    <a:pt x="5240299" y="4102140"/>
                  </a:lnTo>
                  <a:cubicBezTo>
                    <a:pt x="5299195" y="3910560"/>
                    <a:pt x="5364697" y="3721330"/>
                    <a:pt x="5432440" y="3532884"/>
                  </a:cubicBezTo>
                  <a:cubicBezTo>
                    <a:pt x="5500294" y="3346902"/>
                    <a:pt x="5533549" y="3148714"/>
                    <a:pt x="5528846" y="2951647"/>
                  </a:cubicBezTo>
                  <a:cubicBezTo>
                    <a:pt x="5526831" y="2853113"/>
                    <a:pt x="5515409" y="2755027"/>
                    <a:pt x="5495927" y="2658733"/>
                  </a:cubicBezTo>
                  <a:cubicBezTo>
                    <a:pt x="5491112" y="2634659"/>
                    <a:pt x="5486297" y="2610585"/>
                    <a:pt x="5480027" y="2586848"/>
                  </a:cubicBezTo>
                  <a:cubicBezTo>
                    <a:pt x="5474205" y="2562998"/>
                    <a:pt x="5468718" y="2539036"/>
                    <a:pt x="5461328" y="2515635"/>
                  </a:cubicBezTo>
                  <a:cubicBezTo>
                    <a:pt x="5454386" y="2492009"/>
                    <a:pt x="5447668" y="2468495"/>
                    <a:pt x="5439605" y="2445317"/>
                  </a:cubicBezTo>
                  <a:cubicBezTo>
                    <a:pt x="5431879" y="2422028"/>
                    <a:pt x="5424378" y="2398738"/>
                    <a:pt x="5415532" y="2375896"/>
                  </a:cubicBezTo>
                  <a:cubicBezTo>
                    <a:pt x="5347790" y="2191817"/>
                    <a:pt x="5254071" y="2018599"/>
                    <a:pt x="5144564" y="1857138"/>
                  </a:cubicBezTo>
                  <a:cubicBezTo>
                    <a:pt x="5034946" y="1695565"/>
                    <a:pt x="4909762" y="1545301"/>
                    <a:pt x="4774838" y="1405450"/>
                  </a:cubicBezTo>
                  <a:cubicBezTo>
                    <a:pt x="4638907" y="1265040"/>
                    <a:pt x="4496145" y="1132131"/>
                    <a:pt x="4345769" y="1012323"/>
                  </a:cubicBezTo>
                  <a:cubicBezTo>
                    <a:pt x="4270749" y="952195"/>
                    <a:pt x="4194273" y="894642"/>
                    <a:pt x="4115334" y="841344"/>
                  </a:cubicBezTo>
                  <a:cubicBezTo>
                    <a:pt x="4037067" y="787263"/>
                    <a:pt x="3956336" y="737548"/>
                    <a:pt x="3874038" y="691528"/>
                  </a:cubicBezTo>
                  <a:cubicBezTo>
                    <a:pt x="3709554" y="599712"/>
                    <a:pt x="3537792" y="523349"/>
                    <a:pt x="3359535" y="468819"/>
                  </a:cubicBezTo>
                  <a:cubicBezTo>
                    <a:pt x="3181278" y="414514"/>
                    <a:pt x="2997311" y="380699"/>
                    <a:pt x="2811105" y="366031"/>
                  </a:cubicBezTo>
                  <a:cubicBezTo>
                    <a:pt x="2787703" y="364575"/>
                    <a:pt x="2764525" y="362448"/>
                    <a:pt x="2741124" y="361440"/>
                  </a:cubicBezTo>
                  <a:lnTo>
                    <a:pt x="2671030" y="358417"/>
                  </a:lnTo>
                  <a:lnTo>
                    <a:pt x="2600713" y="357521"/>
                  </a:lnTo>
                  <a:cubicBezTo>
                    <a:pt x="2577087" y="356961"/>
                    <a:pt x="2554805" y="358305"/>
                    <a:pt x="2531739" y="358529"/>
                  </a:cubicBezTo>
                  <a:cubicBezTo>
                    <a:pt x="2440259" y="360992"/>
                    <a:pt x="2349564" y="370285"/>
                    <a:pt x="2259988" y="385289"/>
                  </a:cubicBezTo>
                  <a:cubicBezTo>
                    <a:pt x="2080723" y="415521"/>
                    <a:pt x="1906945" y="473634"/>
                    <a:pt x="1740670" y="553917"/>
                  </a:cubicBezTo>
                  <a:cubicBezTo>
                    <a:pt x="1574506" y="634647"/>
                    <a:pt x="1415844" y="737100"/>
                    <a:pt x="1264124" y="853549"/>
                  </a:cubicBezTo>
                  <a:cubicBezTo>
                    <a:pt x="1112181" y="969886"/>
                    <a:pt x="966508" y="1099212"/>
                    <a:pt x="823074" y="1234136"/>
                  </a:cubicBezTo>
                  <a:cubicBezTo>
                    <a:pt x="787131" y="1267951"/>
                    <a:pt x="751413" y="1301990"/>
                    <a:pt x="715694" y="1336252"/>
                  </a:cubicBezTo>
                  <a:lnTo>
                    <a:pt x="606859" y="1440945"/>
                  </a:lnTo>
                  <a:cubicBezTo>
                    <a:pt x="532623" y="1511374"/>
                    <a:pt x="457267" y="1579452"/>
                    <a:pt x="382023" y="1646074"/>
                  </a:cubicBezTo>
                  <a:lnTo>
                    <a:pt x="158531" y="1843813"/>
                  </a:lnTo>
                  <a:lnTo>
                    <a:pt x="0" y="1991775"/>
                  </a:lnTo>
                  <a:lnTo>
                    <a:pt x="0" y="1074740"/>
                  </a:lnTo>
                  <a:lnTo>
                    <a:pt x="113897" y="949410"/>
                  </a:lnTo>
                  <a:cubicBezTo>
                    <a:pt x="700439" y="362812"/>
                    <a:pt x="1510739" y="0"/>
                    <a:pt x="2405773" y="0"/>
                  </a:cubicBezTo>
                  <a:close/>
                </a:path>
              </a:pathLst>
            </a:custGeom>
            <a:gradFill>
              <a:gsLst>
                <a:gs pos="2000">
                  <a:schemeClr val="bg1">
                    <a:alpha val="10000"/>
                  </a:schemeClr>
                </a:gs>
                <a:gs pos="16000">
                  <a:schemeClr val="accent6">
                    <a:alpha val="10000"/>
                  </a:schemeClr>
                </a:gs>
                <a:gs pos="100000">
                  <a:schemeClr val="bg1">
                    <a:alpha val="10000"/>
                  </a:schemeClr>
                </a:gs>
                <a:gs pos="74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a:extLst>
              <a:ext uri="{FF2B5EF4-FFF2-40B4-BE49-F238E27FC236}">
                <a16:creationId xmlns:a16="http://schemas.microsoft.com/office/drawing/2014/main" id="{2ABEE8D9-C74D-B891-C837-648734A9E2EC}"/>
              </a:ext>
            </a:extLst>
          </p:cNvPr>
          <p:cNvSpPr>
            <a:spLocks noGrp="1"/>
          </p:cNvSpPr>
          <p:nvPr>
            <p:ph type="title"/>
          </p:nvPr>
        </p:nvSpPr>
        <p:spPr>
          <a:xfrm>
            <a:off x="804672" y="2053641"/>
            <a:ext cx="3669161" cy="2760098"/>
          </a:xfrm>
        </p:spPr>
        <p:txBody>
          <a:bodyPr>
            <a:normAutofit/>
          </a:bodyPr>
          <a:lstStyle/>
          <a:p>
            <a:r>
              <a:rPr lang="en-US" sz="4000">
                <a:solidFill>
                  <a:schemeClr val="tx2"/>
                </a:solidFill>
              </a:rPr>
              <a:t>Data Loading &amp; Initial Exploration</a:t>
            </a:r>
          </a:p>
        </p:txBody>
      </p:sp>
      <p:sp>
        <p:nvSpPr>
          <p:cNvPr id="3" name="Content Placeholder 2">
            <a:extLst>
              <a:ext uri="{FF2B5EF4-FFF2-40B4-BE49-F238E27FC236}">
                <a16:creationId xmlns:a16="http://schemas.microsoft.com/office/drawing/2014/main" id="{C5E32F94-263C-76B1-3D73-5632CCC87AD0}"/>
              </a:ext>
            </a:extLst>
          </p:cNvPr>
          <p:cNvSpPr>
            <a:spLocks noGrp="1"/>
          </p:cNvSpPr>
          <p:nvPr>
            <p:ph idx="1"/>
          </p:nvPr>
        </p:nvSpPr>
        <p:spPr>
          <a:xfrm>
            <a:off x="6090574" y="801866"/>
            <a:ext cx="5306084" cy="5230634"/>
          </a:xfrm>
          <a:noFill/>
          <a:ln>
            <a:noFill/>
          </a:ln>
        </p:spPr>
        <p:txBody>
          <a:bodyPr anchor="ctr">
            <a:normAutofit/>
          </a:bodyPr>
          <a:lstStyle/>
          <a:p>
            <a:pPr>
              <a:buFont typeface="Arial" panose="020B0604020202020204" pitchFamily="34" charset="0"/>
              <a:buChar char="•"/>
            </a:pPr>
            <a:r>
              <a:rPr lang="en-US" sz="1800">
                <a:solidFill>
                  <a:schemeClr val="tx2"/>
                </a:solidFill>
              </a:rPr>
              <a:t>Step: Importing Libraries and Dataset.</a:t>
            </a:r>
          </a:p>
          <a:p>
            <a:pPr>
              <a:buFont typeface="Arial" panose="020B0604020202020204" pitchFamily="34" charset="0"/>
              <a:buChar char="•"/>
            </a:pPr>
            <a:r>
              <a:rPr lang="en-US" sz="1800">
                <a:solidFill>
                  <a:schemeClr val="tx2"/>
                </a:solidFill>
              </a:rPr>
              <a:t>Libraries Used: Pandas (Data handling), Matplotlib (Visualization), Scikit-Learn (Modeling).</a:t>
            </a:r>
          </a:p>
          <a:p>
            <a:pPr>
              <a:buFont typeface="Arial" panose="020B0604020202020204" pitchFamily="34" charset="0"/>
              <a:buChar char="•"/>
            </a:pPr>
            <a:r>
              <a:rPr lang="en-US" sz="1800">
                <a:solidFill>
                  <a:schemeClr val="tx2"/>
                </a:solidFill>
              </a:rPr>
              <a:t>The Dataset: Sourced from: Dataset_Final_Project from PPDA.xlsx.</a:t>
            </a:r>
          </a:p>
          <a:p>
            <a:pPr>
              <a:buFont typeface="Arial" panose="020B0604020202020204" pitchFamily="34" charset="0"/>
              <a:buChar char="•"/>
            </a:pPr>
            <a:r>
              <a:rPr lang="en-US" sz="1800">
                <a:solidFill>
                  <a:schemeClr val="tx2"/>
                </a:solidFill>
              </a:rPr>
              <a:t>Core features: Procurement Method, Contract Value, Number of Bids, Region, and Procuring Entity.</a:t>
            </a:r>
          </a:p>
        </p:txBody>
      </p:sp>
    </p:spTree>
    <p:extLst>
      <p:ext uri="{BB962C8B-B14F-4D97-AF65-F5344CB8AC3E}">
        <p14:creationId xmlns:p14="http://schemas.microsoft.com/office/powerpoint/2010/main" val="2951044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B6FACB3C-9069-4791-BC5C-0DB7CD19B8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71F2038E-D777-4B76-81DD-DD13EE91B9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272914F-FEC8-A15D-32B5-25C6D18F00AA}"/>
              </a:ext>
            </a:extLst>
          </p:cNvPr>
          <p:cNvSpPr>
            <a:spLocks noGrp="1"/>
          </p:cNvSpPr>
          <p:nvPr>
            <p:ph type="title"/>
          </p:nvPr>
        </p:nvSpPr>
        <p:spPr>
          <a:xfrm>
            <a:off x="804672" y="802955"/>
            <a:ext cx="4766330" cy="1454051"/>
          </a:xfrm>
        </p:spPr>
        <p:txBody>
          <a:bodyPr vert="horz" lIns="91440" tIns="45720" rIns="91440" bIns="45720" rtlCol="0" anchor="ctr">
            <a:normAutofit/>
          </a:bodyPr>
          <a:lstStyle/>
          <a:p>
            <a:r>
              <a:rPr lang="en-US" sz="3600" kern="1200">
                <a:solidFill>
                  <a:schemeClr val="tx2"/>
                </a:solidFill>
                <a:latin typeface="+mj-lt"/>
                <a:ea typeface="+mj-ea"/>
                <a:cs typeface="+mj-cs"/>
              </a:rPr>
              <a:t>Data Visualization (Univariate Analysis)</a:t>
            </a:r>
          </a:p>
        </p:txBody>
      </p:sp>
      <p:sp>
        <p:nvSpPr>
          <p:cNvPr id="5" name="Content Placeholder 4">
            <a:extLst>
              <a:ext uri="{FF2B5EF4-FFF2-40B4-BE49-F238E27FC236}">
                <a16:creationId xmlns:a16="http://schemas.microsoft.com/office/drawing/2014/main" id="{F9F666DD-CE7F-1092-56FA-E8686EB67D5A}"/>
              </a:ext>
            </a:extLst>
          </p:cNvPr>
          <p:cNvSpPr>
            <a:spLocks noGrp="1"/>
          </p:cNvSpPr>
          <p:nvPr>
            <p:ph sz="half" idx="2"/>
          </p:nvPr>
        </p:nvSpPr>
        <p:spPr>
          <a:xfrm>
            <a:off x="804672" y="2421683"/>
            <a:ext cx="4765949" cy="3353476"/>
          </a:xfrm>
        </p:spPr>
        <p:txBody>
          <a:bodyPr vert="horz" lIns="91440" tIns="45720" rIns="91440" bIns="45720" rtlCol="0" anchor="t">
            <a:normAutofit/>
          </a:bodyPr>
          <a:lstStyle/>
          <a:p>
            <a:r>
              <a:rPr lang="en-US" sz="1700">
                <a:solidFill>
                  <a:schemeClr val="tx2"/>
                </a:solidFill>
              </a:rPr>
              <a:t>This histogram shows that most contracts are concentrated at very low monetary values, with the frequency dropping sharply as contract amounts increase. In other words, the distribution is highly right-skewed: the majority of contracts are small, while only a few reach into the millions or billions of Ugandan Shillings. This pattern highlights an imbalance where everyday transactions dominate in number, but a small set of very large contracts carry disproportionate financial weight, making them especially significant for risk management and overall economic impact.</a:t>
            </a:r>
          </a:p>
        </p:txBody>
      </p:sp>
      <p:grpSp>
        <p:nvGrpSpPr>
          <p:cNvPr id="16" name="Group 15">
            <a:extLst>
              <a:ext uri="{FF2B5EF4-FFF2-40B4-BE49-F238E27FC236}">
                <a16:creationId xmlns:a16="http://schemas.microsoft.com/office/drawing/2014/main" id="{DD354807-230F-4402-B1B9-F733A8F1F19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818240" y="-16714"/>
            <a:ext cx="6373761" cy="6874714"/>
            <a:chOff x="5818240" y="-1"/>
            <a:chExt cx="6373761" cy="6874714"/>
          </a:xfrm>
        </p:grpSpPr>
        <p:sp>
          <p:nvSpPr>
            <p:cNvPr id="17" name="Freeform: Shape 16">
              <a:extLst>
                <a:ext uri="{FF2B5EF4-FFF2-40B4-BE49-F238E27FC236}">
                  <a16:creationId xmlns:a16="http://schemas.microsoft.com/office/drawing/2014/main" id="{BF5A6F4A-CE87-4D5C-9382-8167967CE8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18240" y="-1"/>
              <a:ext cx="6373761" cy="6874714"/>
            </a:xfrm>
            <a:custGeom>
              <a:avLst/>
              <a:gdLst>
                <a:gd name="connsiteX0" fmla="*/ 6373761 w 6373761"/>
                <a:gd name="connsiteY0" fmla="*/ 5771297 h 6874714"/>
                <a:gd name="connsiteX1" fmla="*/ 6373761 w 6373761"/>
                <a:gd name="connsiteY1" fmla="*/ 6247960 h 6874714"/>
                <a:gd name="connsiteX2" fmla="*/ 6235932 w 6373761"/>
                <a:gd name="connsiteY2" fmla="*/ 6361930 h 6874714"/>
                <a:gd name="connsiteX3" fmla="*/ 5960375 w 6373761"/>
                <a:gd name="connsiteY3" fmla="*/ 6587489 h 6874714"/>
                <a:gd name="connsiteX4" fmla="*/ 5822907 w 6373761"/>
                <a:gd name="connsiteY4" fmla="*/ 6701871 h 6874714"/>
                <a:gd name="connsiteX5" fmla="*/ 5681115 w 6373761"/>
                <a:gd name="connsiteY5" fmla="*/ 6816896 h 6874714"/>
                <a:gd name="connsiteX6" fmla="*/ 5604096 w 6373761"/>
                <a:gd name="connsiteY6" fmla="*/ 6874714 h 6874714"/>
                <a:gd name="connsiteX7" fmla="*/ 4878485 w 6373761"/>
                <a:gd name="connsiteY7" fmla="*/ 6874714 h 6874714"/>
                <a:gd name="connsiteX8" fmla="*/ 5006014 w 6373761"/>
                <a:gd name="connsiteY8" fmla="*/ 6800200 h 6874714"/>
                <a:gd name="connsiteX9" fmla="*/ 5149855 w 6373761"/>
                <a:gd name="connsiteY9" fmla="*/ 6707667 h 6874714"/>
                <a:gd name="connsiteX10" fmla="*/ 5431866 w 6373761"/>
                <a:gd name="connsiteY10" fmla="*/ 6506210 h 6874714"/>
                <a:gd name="connsiteX11" fmla="*/ 5571036 w 6373761"/>
                <a:gd name="connsiteY11" fmla="*/ 6399557 h 6874714"/>
                <a:gd name="connsiteX12" fmla="*/ 5711649 w 6373761"/>
                <a:gd name="connsiteY12" fmla="*/ 6288912 h 6874714"/>
                <a:gd name="connsiteX13" fmla="*/ 6276589 w 6373761"/>
                <a:gd name="connsiteY13" fmla="*/ 5852379 h 6874714"/>
                <a:gd name="connsiteX14" fmla="*/ 3975975 w 6373761"/>
                <a:gd name="connsiteY14" fmla="*/ 263 h 6874714"/>
                <a:gd name="connsiteX15" fmla="*/ 4350473 w 6373761"/>
                <a:gd name="connsiteY15" fmla="*/ 24963 h 6874714"/>
                <a:gd name="connsiteX16" fmla="*/ 5077909 w 6373761"/>
                <a:gd name="connsiteY16" fmla="*/ 189450 h 6874714"/>
                <a:gd name="connsiteX17" fmla="*/ 5746507 w 6373761"/>
                <a:gd name="connsiteY17" fmla="*/ 505804 h 6874714"/>
                <a:gd name="connsiteX18" fmla="*/ 6322456 w 6373761"/>
                <a:gd name="connsiteY18" fmla="*/ 956633 h 6874714"/>
                <a:gd name="connsiteX19" fmla="*/ 6373761 w 6373761"/>
                <a:gd name="connsiteY19" fmla="*/ 1011863 h 6874714"/>
                <a:gd name="connsiteX20" fmla="*/ 6373761 w 6373761"/>
                <a:gd name="connsiteY20" fmla="*/ 1185075 h 6874714"/>
                <a:gd name="connsiteX21" fmla="*/ 6359489 w 6373761"/>
                <a:gd name="connsiteY21" fmla="*/ 1169497 h 6874714"/>
                <a:gd name="connsiteX22" fmla="*/ 6233869 w 6373761"/>
                <a:gd name="connsiteY22" fmla="*/ 1047442 h 6874714"/>
                <a:gd name="connsiteX23" fmla="*/ 5961423 w 6373761"/>
                <a:gd name="connsiteY23" fmla="*/ 827953 h 6874714"/>
                <a:gd name="connsiteX24" fmla="*/ 5663555 w 6373761"/>
                <a:gd name="connsiteY24" fmla="*/ 645304 h 6874714"/>
                <a:gd name="connsiteX25" fmla="*/ 5013827 w 6373761"/>
                <a:gd name="connsiteY25" fmla="*/ 397863 h 6874714"/>
                <a:gd name="connsiteX26" fmla="*/ 4327409 w 6373761"/>
                <a:gd name="connsiteY26" fmla="*/ 302545 h 6874714"/>
                <a:gd name="connsiteX27" fmla="*/ 3639939 w 6373761"/>
                <a:gd name="connsiteY27" fmla="*/ 338868 h 6874714"/>
                <a:gd name="connsiteX28" fmla="*/ 3302495 w 6373761"/>
                <a:gd name="connsiteY28" fmla="*/ 403659 h 6874714"/>
                <a:gd name="connsiteX29" fmla="*/ 2971604 w 6373761"/>
                <a:gd name="connsiteY29" fmla="*/ 496273 h 6874714"/>
                <a:gd name="connsiteX30" fmla="*/ 2648706 w 6373761"/>
                <a:gd name="connsiteY30" fmla="*/ 614389 h 6874714"/>
                <a:gd name="connsiteX31" fmla="*/ 2335374 w 6373761"/>
                <a:gd name="connsiteY31" fmla="*/ 757109 h 6874714"/>
                <a:gd name="connsiteX32" fmla="*/ 1741342 w 6373761"/>
                <a:gd name="connsiteY32" fmla="*/ 1107725 h 6874714"/>
                <a:gd name="connsiteX33" fmla="*/ 1600861 w 6373761"/>
                <a:gd name="connsiteY33" fmla="*/ 1208710 h 6874714"/>
                <a:gd name="connsiteX34" fmla="*/ 1531799 w 6373761"/>
                <a:gd name="connsiteY34" fmla="*/ 1260879 h 6874714"/>
                <a:gd name="connsiteX35" fmla="*/ 1463655 w 6373761"/>
                <a:gd name="connsiteY35" fmla="*/ 1314333 h 6874714"/>
                <a:gd name="connsiteX36" fmla="*/ 1200777 w 6373761"/>
                <a:gd name="connsiteY36" fmla="*/ 1541166 h 6874714"/>
                <a:gd name="connsiteX37" fmla="*/ 731501 w 6373761"/>
                <a:gd name="connsiteY37" fmla="*/ 2055754 h 6874714"/>
                <a:gd name="connsiteX38" fmla="*/ 531393 w 6373761"/>
                <a:gd name="connsiteY38" fmla="*/ 2342739 h 6874714"/>
                <a:gd name="connsiteX39" fmla="*/ 361033 w 6373761"/>
                <a:gd name="connsiteY39" fmla="*/ 2649046 h 6874714"/>
                <a:gd name="connsiteX40" fmla="*/ 323292 w 6373761"/>
                <a:gd name="connsiteY40" fmla="*/ 2728263 h 6874714"/>
                <a:gd name="connsiteX41" fmla="*/ 304945 w 6373761"/>
                <a:gd name="connsiteY41" fmla="*/ 2768193 h 6874714"/>
                <a:gd name="connsiteX42" fmla="*/ 287516 w 6373761"/>
                <a:gd name="connsiteY42" fmla="*/ 2808510 h 6874714"/>
                <a:gd name="connsiteX43" fmla="*/ 254230 w 6373761"/>
                <a:gd name="connsiteY43" fmla="*/ 2889788 h 6874714"/>
                <a:gd name="connsiteX44" fmla="*/ 223042 w 6373761"/>
                <a:gd name="connsiteY44" fmla="*/ 2971968 h 6874714"/>
                <a:gd name="connsiteX45" fmla="*/ 121611 w 6373761"/>
                <a:gd name="connsiteY45" fmla="*/ 3308544 h 6874714"/>
                <a:gd name="connsiteX46" fmla="*/ 39314 w 6373761"/>
                <a:gd name="connsiteY46" fmla="*/ 4005912 h 6874714"/>
                <a:gd name="connsiteX47" fmla="*/ 73910 w 6373761"/>
                <a:gd name="connsiteY47" fmla="*/ 4354081 h 6874714"/>
                <a:gd name="connsiteX48" fmla="*/ 179534 w 6373761"/>
                <a:gd name="connsiteY48" fmla="*/ 4687050 h 6874714"/>
                <a:gd name="connsiteX49" fmla="*/ 215964 w 6373761"/>
                <a:gd name="connsiteY49" fmla="*/ 4766654 h 6874714"/>
                <a:gd name="connsiteX50" fmla="*/ 256457 w 6373761"/>
                <a:gd name="connsiteY50" fmla="*/ 4844455 h 6874714"/>
                <a:gd name="connsiteX51" fmla="*/ 346225 w 6373761"/>
                <a:gd name="connsiteY51" fmla="*/ 4995290 h 6874714"/>
                <a:gd name="connsiteX52" fmla="*/ 445296 w 6373761"/>
                <a:gd name="connsiteY52" fmla="*/ 5140971 h 6874714"/>
                <a:gd name="connsiteX53" fmla="*/ 551443 w 6373761"/>
                <a:gd name="connsiteY53" fmla="*/ 5282531 h 6874714"/>
                <a:gd name="connsiteX54" fmla="*/ 772387 w 6373761"/>
                <a:gd name="connsiteY54" fmla="*/ 5562561 h 6874714"/>
                <a:gd name="connsiteX55" fmla="*/ 882858 w 6373761"/>
                <a:gd name="connsiteY55" fmla="*/ 5704507 h 6874714"/>
                <a:gd name="connsiteX56" fmla="*/ 990316 w 6373761"/>
                <a:gd name="connsiteY56" fmla="*/ 5848258 h 6874714"/>
                <a:gd name="connsiteX57" fmla="*/ 1097774 w 6373761"/>
                <a:gd name="connsiteY57" fmla="*/ 5987114 h 6874714"/>
                <a:gd name="connsiteX58" fmla="*/ 1210080 w 6373761"/>
                <a:gd name="connsiteY58" fmla="*/ 6121203 h 6874714"/>
                <a:gd name="connsiteX59" fmla="*/ 1448192 w 6373761"/>
                <a:gd name="connsiteY59" fmla="*/ 6374054 h 6874714"/>
                <a:gd name="connsiteX60" fmla="*/ 1982991 w 6373761"/>
                <a:gd name="connsiteY60" fmla="*/ 6796158 h 6874714"/>
                <a:gd name="connsiteX61" fmla="*/ 2118475 w 6373761"/>
                <a:gd name="connsiteY61" fmla="*/ 6874714 h 6874714"/>
                <a:gd name="connsiteX62" fmla="*/ 1569874 w 6373761"/>
                <a:gd name="connsiteY62" fmla="*/ 6874714 h 6874714"/>
                <a:gd name="connsiteX63" fmla="*/ 1507802 w 6373761"/>
                <a:gd name="connsiteY63" fmla="*/ 6817815 h 6874714"/>
                <a:gd name="connsiteX64" fmla="*/ 1256865 w 6373761"/>
                <a:gd name="connsiteY64" fmla="*/ 6543437 h 6874714"/>
                <a:gd name="connsiteX65" fmla="*/ 1038410 w 6373761"/>
                <a:gd name="connsiteY65" fmla="*/ 6248722 h 6874714"/>
                <a:gd name="connsiteX66" fmla="*/ 845380 w 6373761"/>
                <a:gd name="connsiteY66" fmla="*/ 5941386 h 6874714"/>
                <a:gd name="connsiteX67" fmla="*/ 755351 w 6373761"/>
                <a:gd name="connsiteY67" fmla="*/ 5788877 h 6874714"/>
                <a:gd name="connsiteX68" fmla="*/ 661784 w 6373761"/>
                <a:gd name="connsiteY68" fmla="*/ 5638944 h 6874714"/>
                <a:gd name="connsiteX69" fmla="*/ 466525 w 6373761"/>
                <a:gd name="connsiteY69" fmla="*/ 5340366 h 6874714"/>
                <a:gd name="connsiteX70" fmla="*/ 370992 w 6373761"/>
                <a:gd name="connsiteY70" fmla="*/ 5188502 h 6874714"/>
                <a:gd name="connsiteX71" fmla="*/ 280046 w 6373761"/>
                <a:gd name="connsiteY71" fmla="*/ 5033287 h 6874714"/>
                <a:gd name="connsiteX72" fmla="*/ 126853 w 6373761"/>
                <a:gd name="connsiteY72" fmla="*/ 4707660 h 6874714"/>
                <a:gd name="connsiteX73" fmla="*/ 30272 w 6373761"/>
                <a:gd name="connsiteY73" fmla="*/ 4362068 h 6874714"/>
                <a:gd name="connsiteX74" fmla="*/ 0 w 6373761"/>
                <a:gd name="connsiteY74" fmla="*/ 4005912 h 6874714"/>
                <a:gd name="connsiteX75" fmla="*/ 270480 w 6373761"/>
                <a:gd name="connsiteY75" fmla="*/ 2610532 h 6874714"/>
                <a:gd name="connsiteX76" fmla="*/ 415942 w 6373761"/>
                <a:gd name="connsiteY76" fmla="*/ 2280526 h 6874714"/>
                <a:gd name="connsiteX77" fmla="*/ 590102 w 6373761"/>
                <a:gd name="connsiteY77" fmla="*/ 1962626 h 6874714"/>
                <a:gd name="connsiteX78" fmla="*/ 1020719 w 6373761"/>
                <a:gd name="connsiteY78" fmla="*/ 1373070 h 6874714"/>
                <a:gd name="connsiteX79" fmla="*/ 1275080 w 6373761"/>
                <a:gd name="connsiteY79" fmla="*/ 1107081 h 6874714"/>
                <a:gd name="connsiteX80" fmla="*/ 1342437 w 6373761"/>
                <a:gd name="connsiteY80" fmla="*/ 1043965 h 6874714"/>
                <a:gd name="connsiteX81" fmla="*/ 1411106 w 6373761"/>
                <a:gd name="connsiteY81" fmla="*/ 982138 h 6874714"/>
                <a:gd name="connsiteX82" fmla="*/ 1553029 w 6373761"/>
                <a:gd name="connsiteY82" fmla="*/ 863376 h 6874714"/>
                <a:gd name="connsiteX83" fmla="*/ 2173401 w 6373761"/>
                <a:gd name="connsiteY83" fmla="*/ 454409 h 6874714"/>
                <a:gd name="connsiteX84" fmla="*/ 3599708 w 6373761"/>
                <a:gd name="connsiteY84" fmla="*/ 16332 h 6874714"/>
                <a:gd name="connsiteX85" fmla="*/ 3975975 w 6373761"/>
                <a:gd name="connsiteY85" fmla="*/ 263 h 6874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Lst>
              <a:rect l="l" t="t" r="r" b="b"/>
              <a:pathLst>
                <a:path w="6373761" h="6874714">
                  <a:moveTo>
                    <a:pt x="6373761" y="5771297"/>
                  </a:moveTo>
                  <a:lnTo>
                    <a:pt x="6373761" y="6247960"/>
                  </a:lnTo>
                  <a:lnTo>
                    <a:pt x="6235932" y="6361930"/>
                  </a:lnTo>
                  <a:cubicBezTo>
                    <a:pt x="6143250" y="6437460"/>
                    <a:pt x="6051059" y="6512200"/>
                    <a:pt x="5960375" y="6587489"/>
                  </a:cubicBezTo>
                  <a:lnTo>
                    <a:pt x="5822907" y="6701871"/>
                  </a:lnTo>
                  <a:cubicBezTo>
                    <a:pt x="5776123" y="6740385"/>
                    <a:pt x="5729079" y="6778899"/>
                    <a:pt x="5681115" y="6816896"/>
                  </a:cubicBezTo>
                  <a:lnTo>
                    <a:pt x="5604096" y="6874714"/>
                  </a:lnTo>
                  <a:lnTo>
                    <a:pt x="4878485" y="6874714"/>
                  </a:lnTo>
                  <a:lnTo>
                    <a:pt x="5006014" y="6800200"/>
                  </a:lnTo>
                  <a:cubicBezTo>
                    <a:pt x="5054354" y="6770429"/>
                    <a:pt x="5102285" y="6739483"/>
                    <a:pt x="5149855" y="6707667"/>
                  </a:cubicBezTo>
                  <a:cubicBezTo>
                    <a:pt x="5244993" y="6643906"/>
                    <a:pt x="5338561" y="6576025"/>
                    <a:pt x="5431866" y="6506210"/>
                  </a:cubicBezTo>
                  <a:cubicBezTo>
                    <a:pt x="5478386" y="6471304"/>
                    <a:pt x="5524777" y="6435495"/>
                    <a:pt x="5571036" y="6399557"/>
                  </a:cubicBezTo>
                  <a:lnTo>
                    <a:pt x="5711649" y="6288912"/>
                  </a:lnTo>
                  <a:cubicBezTo>
                    <a:pt x="5902059" y="6140395"/>
                    <a:pt x="6093257" y="5998320"/>
                    <a:pt x="6276589" y="5852379"/>
                  </a:cubicBezTo>
                  <a:close/>
                  <a:moveTo>
                    <a:pt x="3975975" y="263"/>
                  </a:moveTo>
                  <a:cubicBezTo>
                    <a:pt x="4101550" y="1809"/>
                    <a:pt x="4226830" y="10149"/>
                    <a:pt x="4350473" y="24963"/>
                  </a:cubicBezTo>
                  <a:cubicBezTo>
                    <a:pt x="4598149" y="54846"/>
                    <a:pt x="4842943" y="108687"/>
                    <a:pt x="5077909" y="189450"/>
                  </a:cubicBezTo>
                  <a:cubicBezTo>
                    <a:pt x="5312876" y="269955"/>
                    <a:pt x="5537357" y="376867"/>
                    <a:pt x="5746507" y="505804"/>
                  </a:cubicBezTo>
                  <a:cubicBezTo>
                    <a:pt x="5955527" y="634999"/>
                    <a:pt x="6148688" y="786864"/>
                    <a:pt x="6322456" y="956633"/>
                  </a:cubicBezTo>
                  <a:lnTo>
                    <a:pt x="6373761" y="1011863"/>
                  </a:lnTo>
                  <a:lnTo>
                    <a:pt x="6373761" y="1185075"/>
                  </a:lnTo>
                  <a:lnTo>
                    <a:pt x="6359489" y="1169497"/>
                  </a:lnTo>
                  <a:cubicBezTo>
                    <a:pt x="6318811" y="1127602"/>
                    <a:pt x="6276917" y="1086890"/>
                    <a:pt x="6233869" y="1047442"/>
                  </a:cubicBezTo>
                  <a:cubicBezTo>
                    <a:pt x="6147509" y="968870"/>
                    <a:pt x="6056431" y="895448"/>
                    <a:pt x="5961423" y="827953"/>
                  </a:cubicBezTo>
                  <a:cubicBezTo>
                    <a:pt x="5865891" y="761102"/>
                    <a:pt x="5766688" y="699403"/>
                    <a:pt x="5663555" y="645304"/>
                  </a:cubicBezTo>
                  <a:cubicBezTo>
                    <a:pt x="5457943" y="535816"/>
                    <a:pt x="5238703" y="453894"/>
                    <a:pt x="5013827" y="397863"/>
                  </a:cubicBezTo>
                  <a:cubicBezTo>
                    <a:pt x="4788953" y="341703"/>
                    <a:pt x="4558442" y="310917"/>
                    <a:pt x="4327409" y="302545"/>
                  </a:cubicBezTo>
                  <a:cubicBezTo>
                    <a:pt x="4096111" y="293012"/>
                    <a:pt x="3867174" y="305893"/>
                    <a:pt x="3639939" y="338868"/>
                  </a:cubicBezTo>
                  <a:cubicBezTo>
                    <a:pt x="3526585" y="355999"/>
                    <a:pt x="3413885" y="377254"/>
                    <a:pt x="3302495" y="403659"/>
                  </a:cubicBezTo>
                  <a:cubicBezTo>
                    <a:pt x="3191107" y="430451"/>
                    <a:pt x="3080634" y="460978"/>
                    <a:pt x="2971604" y="496273"/>
                  </a:cubicBezTo>
                  <a:cubicBezTo>
                    <a:pt x="2862573" y="531437"/>
                    <a:pt x="2754854" y="570852"/>
                    <a:pt x="2648706" y="614389"/>
                  </a:cubicBezTo>
                  <a:cubicBezTo>
                    <a:pt x="2542690" y="658056"/>
                    <a:pt x="2438114" y="705714"/>
                    <a:pt x="2335374" y="757109"/>
                  </a:cubicBezTo>
                  <a:cubicBezTo>
                    <a:pt x="2129894" y="859769"/>
                    <a:pt x="1931228" y="976855"/>
                    <a:pt x="1741342" y="1107725"/>
                  </a:cubicBezTo>
                  <a:cubicBezTo>
                    <a:pt x="1694035" y="1140571"/>
                    <a:pt x="1646858" y="1173933"/>
                    <a:pt x="1600861" y="1208710"/>
                  </a:cubicBezTo>
                  <a:cubicBezTo>
                    <a:pt x="1577535" y="1225713"/>
                    <a:pt x="1554732" y="1243361"/>
                    <a:pt x="1531799" y="1260879"/>
                  </a:cubicBezTo>
                  <a:cubicBezTo>
                    <a:pt x="1508735" y="1278267"/>
                    <a:pt x="1486064" y="1296171"/>
                    <a:pt x="1463655" y="1314333"/>
                  </a:cubicBezTo>
                  <a:cubicBezTo>
                    <a:pt x="1373627" y="1386853"/>
                    <a:pt x="1285564" y="1462077"/>
                    <a:pt x="1200777" y="1541166"/>
                  </a:cubicBezTo>
                  <a:cubicBezTo>
                    <a:pt x="1030810" y="1698827"/>
                    <a:pt x="873161" y="1870785"/>
                    <a:pt x="731501" y="2055754"/>
                  </a:cubicBezTo>
                  <a:cubicBezTo>
                    <a:pt x="660734" y="2148239"/>
                    <a:pt x="593771" y="2243944"/>
                    <a:pt x="531393" y="2342739"/>
                  </a:cubicBezTo>
                  <a:cubicBezTo>
                    <a:pt x="470063" y="2442050"/>
                    <a:pt x="412140" y="2543810"/>
                    <a:pt x="361033" y="2649046"/>
                  </a:cubicBezTo>
                  <a:cubicBezTo>
                    <a:pt x="347798" y="2675194"/>
                    <a:pt x="335479" y="2701728"/>
                    <a:pt x="323292" y="2728263"/>
                  </a:cubicBezTo>
                  <a:lnTo>
                    <a:pt x="304945" y="2768193"/>
                  </a:lnTo>
                  <a:lnTo>
                    <a:pt x="287516" y="2808510"/>
                  </a:lnTo>
                  <a:cubicBezTo>
                    <a:pt x="276115" y="2835432"/>
                    <a:pt x="264583" y="2862352"/>
                    <a:pt x="254230" y="2889788"/>
                  </a:cubicBezTo>
                  <a:cubicBezTo>
                    <a:pt x="243877" y="2917224"/>
                    <a:pt x="232477" y="2944274"/>
                    <a:pt x="223042" y="2971968"/>
                  </a:cubicBezTo>
                  <a:cubicBezTo>
                    <a:pt x="182679" y="3081970"/>
                    <a:pt x="148475" y="3194291"/>
                    <a:pt x="121611" y="3308544"/>
                  </a:cubicBezTo>
                  <a:cubicBezTo>
                    <a:pt x="67096" y="3536534"/>
                    <a:pt x="39183" y="3771224"/>
                    <a:pt x="39314" y="4005912"/>
                  </a:cubicBezTo>
                  <a:cubicBezTo>
                    <a:pt x="39969" y="4122871"/>
                    <a:pt x="51109" y="4239571"/>
                    <a:pt x="73910" y="4354081"/>
                  </a:cubicBezTo>
                  <a:cubicBezTo>
                    <a:pt x="97892" y="4468334"/>
                    <a:pt x="132619" y="4580140"/>
                    <a:pt x="179534" y="4687050"/>
                  </a:cubicBezTo>
                  <a:cubicBezTo>
                    <a:pt x="190673" y="4713972"/>
                    <a:pt x="203647" y="4740249"/>
                    <a:pt x="215964" y="4766654"/>
                  </a:cubicBezTo>
                  <a:cubicBezTo>
                    <a:pt x="229332" y="4792674"/>
                    <a:pt x="242043" y="4818950"/>
                    <a:pt x="256457" y="4844455"/>
                  </a:cubicBezTo>
                  <a:cubicBezTo>
                    <a:pt x="283978" y="4895978"/>
                    <a:pt x="314642" y="4945956"/>
                    <a:pt x="346225" y="4995290"/>
                  </a:cubicBezTo>
                  <a:cubicBezTo>
                    <a:pt x="377676" y="5044752"/>
                    <a:pt x="411355" y="5092926"/>
                    <a:pt x="445296" y="5140971"/>
                  </a:cubicBezTo>
                  <a:cubicBezTo>
                    <a:pt x="479760" y="5188630"/>
                    <a:pt x="515537" y="5235645"/>
                    <a:pt x="551443" y="5282531"/>
                  </a:cubicBezTo>
                  <a:cubicBezTo>
                    <a:pt x="623387" y="5376434"/>
                    <a:pt x="698608" y="5468402"/>
                    <a:pt x="772387" y="5562561"/>
                  </a:cubicBezTo>
                  <a:cubicBezTo>
                    <a:pt x="809472" y="5609448"/>
                    <a:pt x="846428" y="5656719"/>
                    <a:pt x="882858" y="5704507"/>
                  </a:cubicBezTo>
                  <a:cubicBezTo>
                    <a:pt x="919159" y="5751909"/>
                    <a:pt x="955196" y="5802273"/>
                    <a:pt x="990316" y="5848258"/>
                  </a:cubicBezTo>
                  <a:cubicBezTo>
                    <a:pt x="1025175" y="5895402"/>
                    <a:pt x="1061736" y="5941129"/>
                    <a:pt x="1097774" y="5987114"/>
                  </a:cubicBezTo>
                  <a:cubicBezTo>
                    <a:pt x="1134860" y="6032326"/>
                    <a:pt x="1171684" y="6077536"/>
                    <a:pt x="1210080" y="6121203"/>
                  </a:cubicBezTo>
                  <a:cubicBezTo>
                    <a:pt x="1286350" y="6209051"/>
                    <a:pt x="1365632" y="6293677"/>
                    <a:pt x="1448192" y="6374054"/>
                  </a:cubicBezTo>
                  <a:cubicBezTo>
                    <a:pt x="1613572" y="6534420"/>
                    <a:pt x="1792057" y="6677526"/>
                    <a:pt x="1982991" y="6796158"/>
                  </a:cubicBezTo>
                  <a:lnTo>
                    <a:pt x="2118475" y="6874714"/>
                  </a:lnTo>
                  <a:lnTo>
                    <a:pt x="1569874" y="6874714"/>
                  </a:lnTo>
                  <a:lnTo>
                    <a:pt x="1507802" y="6817815"/>
                  </a:lnTo>
                  <a:cubicBezTo>
                    <a:pt x="1418412" y="6730595"/>
                    <a:pt x="1334903" y="6638562"/>
                    <a:pt x="1256865" y="6543437"/>
                  </a:cubicBezTo>
                  <a:cubicBezTo>
                    <a:pt x="1179155" y="6447861"/>
                    <a:pt x="1106817" y="6349194"/>
                    <a:pt x="1038410" y="6248722"/>
                  </a:cubicBezTo>
                  <a:cubicBezTo>
                    <a:pt x="969873" y="6148253"/>
                    <a:pt x="905922" y="6045592"/>
                    <a:pt x="845380" y="5941386"/>
                  </a:cubicBezTo>
                  <a:cubicBezTo>
                    <a:pt x="814453" y="5888704"/>
                    <a:pt x="786147" y="5839370"/>
                    <a:pt x="755351" y="5788877"/>
                  </a:cubicBezTo>
                  <a:cubicBezTo>
                    <a:pt x="724817" y="5738771"/>
                    <a:pt x="693760" y="5688665"/>
                    <a:pt x="661784" y="5638944"/>
                  </a:cubicBezTo>
                  <a:lnTo>
                    <a:pt x="466525" y="5340366"/>
                  </a:lnTo>
                  <a:cubicBezTo>
                    <a:pt x="434156" y="5290131"/>
                    <a:pt x="402181" y="5239639"/>
                    <a:pt x="370992" y="5188502"/>
                  </a:cubicBezTo>
                  <a:cubicBezTo>
                    <a:pt x="339803" y="5137364"/>
                    <a:pt x="308876" y="5086099"/>
                    <a:pt x="280046" y="5033287"/>
                  </a:cubicBezTo>
                  <a:cubicBezTo>
                    <a:pt x="222255" y="4928179"/>
                    <a:pt x="169181" y="4819982"/>
                    <a:pt x="126853" y="4707660"/>
                  </a:cubicBezTo>
                  <a:cubicBezTo>
                    <a:pt x="83739" y="4595725"/>
                    <a:pt x="51764" y="4479670"/>
                    <a:pt x="30272" y="4362068"/>
                  </a:cubicBezTo>
                  <a:cubicBezTo>
                    <a:pt x="9698" y="4244466"/>
                    <a:pt x="0" y="4125060"/>
                    <a:pt x="0" y="4005912"/>
                  </a:cubicBezTo>
                  <a:cubicBezTo>
                    <a:pt x="1704" y="3530867"/>
                    <a:pt x="95140" y="3057110"/>
                    <a:pt x="270480" y="2610532"/>
                  </a:cubicBezTo>
                  <a:cubicBezTo>
                    <a:pt x="314511" y="2498984"/>
                    <a:pt x="362212" y="2388466"/>
                    <a:pt x="415942" y="2280526"/>
                  </a:cubicBezTo>
                  <a:cubicBezTo>
                    <a:pt x="468884" y="2172197"/>
                    <a:pt x="527199" y="2066188"/>
                    <a:pt x="590102" y="1962626"/>
                  </a:cubicBezTo>
                  <a:cubicBezTo>
                    <a:pt x="716037" y="1755631"/>
                    <a:pt x="859794" y="1557653"/>
                    <a:pt x="1020719" y="1373070"/>
                  </a:cubicBezTo>
                  <a:cubicBezTo>
                    <a:pt x="1101575" y="1281101"/>
                    <a:pt x="1185969" y="1191838"/>
                    <a:pt x="1275080" y="1107081"/>
                  </a:cubicBezTo>
                  <a:cubicBezTo>
                    <a:pt x="1297227" y="1085699"/>
                    <a:pt x="1319504" y="1064575"/>
                    <a:pt x="1342437" y="1043965"/>
                  </a:cubicBezTo>
                  <a:cubicBezTo>
                    <a:pt x="1365240" y="1023226"/>
                    <a:pt x="1387648" y="1002102"/>
                    <a:pt x="1411106" y="982138"/>
                  </a:cubicBezTo>
                  <a:cubicBezTo>
                    <a:pt x="1457497" y="941563"/>
                    <a:pt x="1505065" y="902276"/>
                    <a:pt x="1553029" y="863376"/>
                  </a:cubicBezTo>
                  <a:cubicBezTo>
                    <a:pt x="1745798" y="708806"/>
                    <a:pt x="1954030" y="571882"/>
                    <a:pt x="2173401" y="454409"/>
                  </a:cubicBezTo>
                  <a:cubicBezTo>
                    <a:pt x="2612013" y="219334"/>
                    <a:pt x="3099505" y="65666"/>
                    <a:pt x="3599708" y="16332"/>
                  </a:cubicBezTo>
                  <a:cubicBezTo>
                    <a:pt x="3724530" y="3966"/>
                    <a:pt x="3850400" y="-1283"/>
                    <a:pt x="3975975" y="26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61023DD2-2E6F-4419-B404-80F08460BE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65276" y="313387"/>
              <a:ext cx="6326724" cy="6561326"/>
            </a:xfrm>
            <a:custGeom>
              <a:avLst/>
              <a:gdLst>
                <a:gd name="connsiteX0" fmla="*/ 6326724 w 6326724"/>
                <a:gd name="connsiteY0" fmla="*/ 5020808 h 6561326"/>
                <a:gd name="connsiteX1" fmla="*/ 6326724 w 6326724"/>
                <a:gd name="connsiteY1" fmla="*/ 5698632 h 6561326"/>
                <a:gd name="connsiteX2" fmla="*/ 6067438 w 6326724"/>
                <a:gd name="connsiteY2" fmla="*/ 5902509 h 6561326"/>
                <a:gd name="connsiteX3" fmla="*/ 5799974 w 6326724"/>
                <a:gd name="connsiteY3" fmla="*/ 6102017 h 6561326"/>
                <a:gd name="connsiteX4" fmla="*/ 5665258 w 6326724"/>
                <a:gd name="connsiteY4" fmla="*/ 6202100 h 6561326"/>
                <a:gd name="connsiteX5" fmla="*/ 5526873 w 6326724"/>
                <a:gd name="connsiteY5" fmla="*/ 6302828 h 6561326"/>
                <a:gd name="connsiteX6" fmla="*/ 5385080 w 6326724"/>
                <a:gd name="connsiteY6" fmla="*/ 6402268 h 6561326"/>
                <a:gd name="connsiteX7" fmla="*/ 5238833 w 6326724"/>
                <a:gd name="connsiteY7" fmla="*/ 6498875 h 6561326"/>
                <a:gd name="connsiteX8" fmla="*/ 5138040 w 6326724"/>
                <a:gd name="connsiteY8" fmla="*/ 6561326 h 6561326"/>
                <a:gd name="connsiteX9" fmla="*/ 3946072 w 6326724"/>
                <a:gd name="connsiteY9" fmla="*/ 6561326 h 6561326"/>
                <a:gd name="connsiteX10" fmla="*/ 3976009 w 6326724"/>
                <a:gd name="connsiteY10" fmla="*/ 6555242 h 6561326"/>
                <a:gd name="connsiteX11" fmla="*/ 4404855 w 6326724"/>
                <a:gd name="connsiteY11" fmla="*/ 6399048 h 6561326"/>
                <a:gd name="connsiteX12" fmla="*/ 4938868 w 6326724"/>
                <a:gd name="connsiteY12" fmla="*/ 6072132 h 6561326"/>
                <a:gd name="connsiteX13" fmla="*/ 5068342 w 6326724"/>
                <a:gd name="connsiteY13" fmla="*/ 5976042 h 6561326"/>
                <a:gd name="connsiteX14" fmla="*/ 5197816 w 6326724"/>
                <a:gd name="connsiteY14" fmla="*/ 5876730 h 6561326"/>
                <a:gd name="connsiteX15" fmla="*/ 5460039 w 6326724"/>
                <a:gd name="connsiteY15" fmla="*/ 5670637 h 6561326"/>
                <a:gd name="connsiteX16" fmla="*/ 5999033 w 6326724"/>
                <a:gd name="connsiteY16" fmla="*/ 5271718 h 6561326"/>
                <a:gd name="connsiteX17" fmla="*/ 6258766 w 6326724"/>
                <a:gd name="connsiteY17" fmla="*/ 5077603 h 6561326"/>
                <a:gd name="connsiteX18" fmla="*/ 4139342 w 6326724"/>
                <a:gd name="connsiteY18" fmla="*/ 440 h 6561326"/>
                <a:gd name="connsiteX19" fmla="*/ 4315744 w 6326724"/>
                <a:gd name="connsiteY19" fmla="*/ 6808 h 6561326"/>
                <a:gd name="connsiteX20" fmla="*/ 5015400 w 6326724"/>
                <a:gd name="connsiteY20" fmla="*/ 113591 h 6561326"/>
                <a:gd name="connsiteX21" fmla="*/ 5681114 w 6326724"/>
                <a:gd name="connsiteY21" fmla="*/ 361418 h 6561326"/>
                <a:gd name="connsiteX22" fmla="*/ 6270952 w 6326724"/>
                <a:gd name="connsiteY22" fmla="*/ 755441 h 6561326"/>
                <a:gd name="connsiteX23" fmla="*/ 6326724 w 6326724"/>
                <a:gd name="connsiteY23" fmla="*/ 807432 h 6561326"/>
                <a:gd name="connsiteX24" fmla="*/ 6326724 w 6326724"/>
                <a:gd name="connsiteY24" fmla="*/ 1231565 h 6561326"/>
                <a:gd name="connsiteX25" fmla="*/ 6302093 w 6326724"/>
                <a:gd name="connsiteY25" fmla="*/ 1203002 h 6561326"/>
                <a:gd name="connsiteX26" fmla="*/ 6066914 w 6326724"/>
                <a:gd name="connsiteY26" fmla="*/ 989616 h 6561326"/>
                <a:gd name="connsiteX27" fmla="*/ 5533688 w 6326724"/>
                <a:gd name="connsiteY27" fmla="*/ 647242 h 6561326"/>
                <a:gd name="connsiteX28" fmla="*/ 4933626 w 6326724"/>
                <a:gd name="connsiteY28" fmla="*/ 432262 h 6561326"/>
                <a:gd name="connsiteX29" fmla="*/ 4296873 w 6326724"/>
                <a:gd name="connsiteY29" fmla="*/ 343126 h 6561326"/>
                <a:gd name="connsiteX30" fmla="*/ 3651602 w 6326724"/>
                <a:gd name="connsiteY30" fmla="*/ 365797 h 6561326"/>
                <a:gd name="connsiteX31" fmla="*/ 3018256 w 6326724"/>
                <a:gd name="connsiteY31" fmla="*/ 496666 h 6561326"/>
                <a:gd name="connsiteX32" fmla="*/ 2412429 w 6326724"/>
                <a:gd name="connsiteY32" fmla="*/ 724399 h 6561326"/>
                <a:gd name="connsiteX33" fmla="*/ 1329857 w 6326724"/>
                <a:gd name="connsiteY33" fmla="*/ 1424086 h 6561326"/>
                <a:gd name="connsiteX34" fmla="*/ 887314 w 6326724"/>
                <a:gd name="connsiteY34" fmla="*/ 1891015 h 6561326"/>
                <a:gd name="connsiteX35" fmla="*/ 537420 w 6326724"/>
                <a:gd name="connsiteY35" fmla="*/ 2427245 h 6561326"/>
                <a:gd name="connsiteX36" fmla="*/ 299965 w 6326724"/>
                <a:gd name="connsiteY36" fmla="*/ 3020021 h 6561326"/>
                <a:gd name="connsiteX37" fmla="*/ 213606 w 6326724"/>
                <a:gd name="connsiteY37" fmla="*/ 3651953 h 6561326"/>
                <a:gd name="connsiteX38" fmla="*/ 250036 w 6326724"/>
                <a:gd name="connsiteY38" fmla="*/ 3961352 h 6561326"/>
                <a:gd name="connsiteX39" fmla="*/ 357625 w 6326724"/>
                <a:gd name="connsiteY39" fmla="*/ 4250783 h 6561326"/>
                <a:gd name="connsiteX40" fmla="*/ 432715 w 6326724"/>
                <a:gd name="connsiteY40" fmla="*/ 4387063 h 6561326"/>
                <a:gd name="connsiteX41" fmla="*/ 518943 w 6326724"/>
                <a:gd name="connsiteY41" fmla="*/ 4518962 h 6561326"/>
                <a:gd name="connsiteX42" fmla="*/ 718133 w 6326724"/>
                <a:gd name="connsiteY42" fmla="*/ 4773874 h 6561326"/>
                <a:gd name="connsiteX43" fmla="*/ 933704 w 6326724"/>
                <a:gd name="connsiteY43" fmla="*/ 5030717 h 6561326"/>
                <a:gd name="connsiteX44" fmla="*/ 1040900 w 6326724"/>
                <a:gd name="connsiteY44" fmla="*/ 5164806 h 6561326"/>
                <a:gd name="connsiteX45" fmla="*/ 1092401 w 6326724"/>
                <a:gd name="connsiteY45" fmla="*/ 5230628 h 6561326"/>
                <a:gd name="connsiteX46" fmla="*/ 1142854 w 6326724"/>
                <a:gd name="connsiteY46" fmla="*/ 5293615 h 6561326"/>
                <a:gd name="connsiteX47" fmla="*/ 1576354 w 6326724"/>
                <a:gd name="connsiteY47" fmla="*/ 5759128 h 6561326"/>
                <a:gd name="connsiteX48" fmla="*/ 1806865 w 6326724"/>
                <a:gd name="connsiteY48" fmla="*/ 5968571 h 6561326"/>
                <a:gd name="connsiteX49" fmla="*/ 2048253 w 6326724"/>
                <a:gd name="connsiteY49" fmla="*/ 6161654 h 6561326"/>
                <a:gd name="connsiteX50" fmla="*/ 2587506 w 6326724"/>
                <a:gd name="connsiteY50" fmla="*/ 6467059 h 6561326"/>
                <a:gd name="connsiteX51" fmla="*/ 2889176 w 6326724"/>
                <a:gd name="connsiteY51" fmla="*/ 6553360 h 6561326"/>
                <a:gd name="connsiteX52" fmla="*/ 2929698 w 6326724"/>
                <a:gd name="connsiteY52" fmla="*/ 6561326 h 6561326"/>
                <a:gd name="connsiteX53" fmla="*/ 1816374 w 6326724"/>
                <a:gd name="connsiteY53" fmla="*/ 6561326 h 6561326"/>
                <a:gd name="connsiteX54" fmla="*/ 1787601 w 6326724"/>
                <a:gd name="connsiteY54" fmla="*/ 6545761 h 6561326"/>
                <a:gd name="connsiteX55" fmla="*/ 1225544 w 6326724"/>
                <a:gd name="connsiteY55" fmla="*/ 6094158 h 6561326"/>
                <a:gd name="connsiteX56" fmla="*/ 997654 w 6326724"/>
                <a:gd name="connsiteY56" fmla="*/ 5822374 h 6561326"/>
                <a:gd name="connsiteX57" fmla="*/ 798596 w 6326724"/>
                <a:gd name="connsiteY57" fmla="*/ 5534615 h 6561326"/>
                <a:gd name="connsiteX58" fmla="*/ 752075 w 6326724"/>
                <a:gd name="connsiteY58" fmla="*/ 5461324 h 6561326"/>
                <a:gd name="connsiteX59" fmla="*/ 707650 w 6326724"/>
                <a:gd name="connsiteY59" fmla="*/ 5390221 h 6561326"/>
                <a:gd name="connsiteX60" fmla="*/ 619980 w 6326724"/>
                <a:gd name="connsiteY60" fmla="*/ 5252396 h 6561326"/>
                <a:gd name="connsiteX61" fmla="*/ 438349 w 6326724"/>
                <a:gd name="connsiteY61" fmla="*/ 4970822 h 6561326"/>
                <a:gd name="connsiteX62" fmla="*/ 261044 w 6326724"/>
                <a:gd name="connsiteY62" fmla="*/ 4673145 h 6561326"/>
                <a:gd name="connsiteX63" fmla="*/ 181107 w 6326724"/>
                <a:gd name="connsiteY63" fmla="*/ 4515356 h 6561326"/>
                <a:gd name="connsiteX64" fmla="*/ 113224 w 6326724"/>
                <a:gd name="connsiteY64" fmla="*/ 4350223 h 6561326"/>
                <a:gd name="connsiteX65" fmla="*/ 61199 w 6326724"/>
                <a:gd name="connsiteY65" fmla="*/ 4178908 h 6561326"/>
                <a:gd name="connsiteX66" fmla="*/ 41804 w 6326724"/>
                <a:gd name="connsiteY66" fmla="*/ 4091577 h 6561326"/>
                <a:gd name="connsiteX67" fmla="*/ 33287 w 6326724"/>
                <a:gd name="connsiteY67" fmla="*/ 4047781 h 6561326"/>
                <a:gd name="connsiteX68" fmla="*/ 26209 w 6326724"/>
                <a:gd name="connsiteY68" fmla="*/ 4003858 h 6561326"/>
                <a:gd name="connsiteX69" fmla="*/ 0 w 6326724"/>
                <a:gd name="connsiteY69" fmla="*/ 3651953 h 6561326"/>
                <a:gd name="connsiteX70" fmla="*/ 72731 w 6326724"/>
                <a:gd name="connsiteY70" fmla="*/ 2966307 h 6561326"/>
                <a:gd name="connsiteX71" fmla="*/ 291316 w 6326724"/>
                <a:gd name="connsiteY71" fmla="*/ 2309385 h 6561326"/>
                <a:gd name="connsiteX72" fmla="*/ 1110878 w 6326724"/>
                <a:gd name="connsiteY72" fmla="*/ 1193776 h 6561326"/>
                <a:gd name="connsiteX73" fmla="*/ 1654327 w 6326724"/>
                <a:gd name="connsiteY73" fmla="*/ 756730 h 6561326"/>
                <a:gd name="connsiteX74" fmla="*/ 2261727 w 6326724"/>
                <a:gd name="connsiteY74" fmla="*/ 409720 h 6561326"/>
                <a:gd name="connsiteX75" fmla="*/ 3610060 w 6326724"/>
                <a:gd name="connsiteY75" fmla="*/ 27032 h 6561326"/>
                <a:gd name="connsiteX76" fmla="*/ 4139342 w 6326724"/>
                <a:gd name="connsiteY76" fmla="*/ 440 h 6561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6326724" h="6561326">
                  <a:moveTo>
                    <a:pt x="6326724" y="5020808"/>
                  </a:moveTo>
                  <a:lnTo>
                    <a:pt x="6326724" y="5698632"/>
                  </a:lnTo>
                  <a:lnTo>
                    <a:pt x="6067438" y="5902509"/>
                  </a:lnTo>
                  <a:cubicBezTo>
                    <a:pt x="5977868" y="5970407"/>
                    <a:pt x="5888364" y="6036453"/>
                    <a:pt x="5799974" y="6102017"/>
                  </a:cubicBezTo>
                  <a:lnTo>
                    <a:pt x="5665258" y="6202100"/>
                  </a:lnTo>
                  <a:cubicBezTo>
                    <a:pt x="5619654" y="6235719"/>
                    <a:pt x="5573656" y="6269596"/>
                    <a:pt x="5526873" y="6302828"/>
                  </a:cubicBezTo>
                  <a:cubicBezTo>
                    <a:pt x="5480220" y="6336189"/>
                    <a:pt x="5433044" y="6369423"/>
                    <a:pt x="5385080" y="6402268"/>
                  </a:cubicBezTo>
                  <a:cubicBezTo>
                    <a:pt x="5336988" y="6434857"/>
                    <a:pt x="5288500" y="6467187"/>
                    <a:pt x="5238833" y="6498875"/>
                  </a:cubicBezTo>
                  <a:lnTo>
                    <a:pt x="5138040" y="6561326"/>
                  </a:lnTo>
                  <a:lnTo>
                    <a:pt x="3946072" y="6561326"/>
                  </a:lnTo>
                  <a:lnTo>
                    <a:pt x="3976009" y="6555242"/>
                  </a:lnTo>
                  <a:cubicBezTo>
                    <a:pt x="4123712" y="6519227"/>
                    <a:pt x="4266863" y="6466383"/>
                    <a:pt x="4404855" y="6399048"/>
                  </a:cubicBezTo>
                  <a:cubicBezTo>
                    <a:pt x="4589500" y="6310299"/>
                    <a:pt x="4765232" y="6196690"/>
                    <a:pt x="4938868" y="6072132"/>
                  </a:cubicBezTo>
                  <a:cubicBezTo>
                    <a:pt x="4982245" y="6041089"/>
                    <a:pt x="5025359" y="6008630"/>
                    <a:pt x="5068342" y="5976042"/>
                  </a:cubicBezTo>
                  <a:cubicBezTo>
                    <a:pt x="5111588" y="5943453"/>
                    <a:pt x="5154702" y="5910349"/>
                    <a:pt x="5197816" y="5876730"/>
                  </a:cubicBezTo>
                  <a:lnTo>
                    <a:pt x="5460039" y="5670637"/>
                  </a:lnTo>
                  <a:cubicBezTo>
                    <a:pt x="5639966" y="5530365"/>
                    <a:pt x="5821596" y="5399753"/>
                    <a:pt x="5999033" y="5271718"/>
                  </a:cubicBezTo>
                  <a:cubicBezTo>
                    <a:pt x="6087686" y="5207700"/>
                    <a:pt x="6174667" y="5143360"/>
                    <a:pt x="6258766" y="5077603"/>
                  </a:cubicBezTo>
                  <a:close/>
                  <a:moveTo>
                    <a:pt x="4139342" y="440"/>
                  </a:moveTo>
                  <a:cubicBezTo>
                    <a:pt x="4198237" y="1301"/>
                    <a:pt x="4257068" y="3427"/>
                    <a:pt x="4315744" y="6808"/>
                  </a:cubicBezTo>
                  <a:cubicBezTo>
                    <a:pt x="4550841" y="20849"/>
                    <a:pt x="4785806" y="55240"/>
                    <a:pt x="5015400" y="113591"/>
                  </a:cubicBezTo>
                  <a:cubicBezTo>
                    <a:pt x="5244992" y="171812"/>
                    <a:pt x="5469212" y="254249"/>
                    <a:pt x="5681114" y="361418"/>
                  </a:cubicBezTo>
                  <a:cubicBezTo>
                    <a:pt x="5892754" y="468586"/>
                    <a:pt x="6093124" y="599584"/>
                    <a:pt x="6270952" y="755441"/>
                  </a:cubicBezTo>
                  <a:lnTo>
                    <a:pt x="6326724" y="807432"/>
                  </a:lnTo>
                  <a:lnTo>
                    <a:pt x="6326724" y="1231565"/>
                  </a:lnTo>
                  <a:lnTo>
                    <a:pt x="6302093" y="1203002"/>
                  </a:lnTo>
                  <a:cubicBezTo>
                    <a:pt x="6227937" y="1127247"/>
                    <a:pt x="6149211" y="1056081"/>
                    <a:pt x="6066914" y="989616"/>
                  </a:cubicBezTo>
                  <a:cubicBezTo>
                    <a:pt x="5902714" y="856299"/>
                    <a:pt x="5724360" y="740371"/>
                    <a:pt x="5533688" y="647242"/>
                  </a:cubicBezTo>
                  <a:cubicBezTo>
                    <a:pt x="5343146" y="553857"/>
                    <a:pt x="5141466" y="482239"/>
                    <a:pt x="4933626" y="432262"/>
                  </a:cubicBezTo>
                  <a:cubicBezTo>
                    <a:pt x="4725788" y="382156"/>
                    <a:pt x="4512182" y="353303"/>
                    <a:pt x="4296873" y="343126"/>
                  </a:cubicBezTo>
                  <a:cubicBezTo>
                    <a:pt x="4081172" y="332435"/>
                    <a:pt x="3865732" y="339520"/>
                    <a:pt x="3651602" y="365797"/>
                  </a:cubicBezTo>
                  <a:cubicBezTo>
                    <a:pt x="3437604" y="392202"/>
                    <a:pt x="3225572" y="436384"/>
                    <a:pt x="3018256" y="496666"/>
                  </a:cubicBezTo>
                  <a:cubicBezTo>
                    <a:pt x="2810809" y="556691"/>
                    <a:pt x="2608474" y="634362"/>
                    <a:pt x="2412429" y="724399"/>
                  </a:cubicBezTo>
                  <a:cubicBezTo>
                    <a:pt x="2019160" y="902541"/>
                    <a:pt x="1651969" y="1138775"/>
                    <a:pt x="1329857" y="1424086"/>
                  </a:cubicBezTo>
                  <a:cubicBezTo>
                    <a:pt x="1169326" y="1567192"/>
                    <a:pt x="1020588" y="1723307"/>
                    <a:pt x="887314" y="1891015"/>
                  </a:cubicBezTo>
                  <a:cubicBezTo>
                    <a:pt x="753778" y="2058466"/>
                    <a:pt x="635967" y="2238026"/>
                    <a:pt x="537420" y="2427245"/>
                  </a:cubicBezTo>
                  <a:cubicBezTo>
                    <a:pt x="438874" y="2616335"/>
                    <a:pt x="356839" y="2814313"/>
                    <a:pt x="299965" y="3020021"/>
                  </a:cubicBezTo>
                  <a:cubicBezTo>
                    <a:pt x="242961" y="3225212"/>
                    <a:pt x="213474" y="3438518"/>
                    <a:pt x="213606" y="3651953"/>
                  </a:cubicBezTo>
                  <a:cubicBezTo>
                    <a:pt x="214785" y="3756804"/>
                    <a:pt x="225269" y="3860881"/>
                    <a:pt x="250036" y="3961352"/>
                  </a:cubicBezTo>
                  <a:cubicBezTo>
                    <a:pt x="274412" y="4061950"/>
                    <a:pt x="312284" y="4158171"/>
                    <a:pt x="357625" y="4250783"/>
                  </a:cubicBezTo>
                  <a:cubicBezTo>
                    <a:pt x="380558" y="4297025"/>
                    <a:pt x="405982" y="4342366"/>
                    <a:pt x="432715" y="4387063"/>
                  </a:cubicBezTo>
                  <a:cubicBezTo>
                    <a:pt x="459841" y="4431630"/>
                    <a:pt x="488803" y="4475554"/>
                    <a:pt x="518943" y="4518962"/>
                  </a:cubicBezTo>
                  <a:cubicBezTo>
                    <a:pt x="580011" y="4605521"/>
                    <a:pt x="647893" y="4689504"/>
                    <a:pt x="718133" y="4773874"/>
                  </a:cubicBezTo>
                  <a:cubicBezTo>
                    <a:pt x="788374" y="4858372"/>
                    <a:pt x="861760" y="4942871"/>
                    <a:pt x="933704" y="5030717"/>
                  </a:cubicBezTo>
                  <a:cubicBezTo>
                    <a:pt x="969742" y="5074512"/>
                    <a:pt x="1005387" y="5119337"/>
                    <a:pt x="1040900" y="5164806"/>
                  </a:cubicBezTo>
                  <a:lnTo>
                    <a:pt x="1092401" y="5230628"/>
                  </a:lnTo>
                  <a:cubicBezTo>
                    <a:pt x="1109306" y="5251624"/>
                    <a:pt x="1125425" y="5273135"/>
                    <a:pt x="1142854" y="5293615"/>
                  </a:cubicBezTo>
                  <a:cubicBezTo>
                    <a:pt x="1278880" y="5460293"/>
                    <a:pt x="1426438" y="5613704"/>
                    <a:pt x="1576354" y="5759128"/>
                  </a:cubicBezTo>
                  <a:cubicBezTo>
                    <a:pt x="1651706" y="5831519"/>
                    <a:pt x="1728368" y="5901461"/>
                    <a:pt x="1806865" y="5968571"/>
                  </a:cubicBezTo>
                  <a:cubicBezTo>
                    <a:pt x="1885362" y="6035680"/>
                    <a:pt x="1965299" y="6100599"/>
                    <a:pt x="2048253" y="6161654"/>
                  </a:cubicBezTo>
                  <a:cubicBezTo>
                    <a:pt x="2213502" y="6284022"/>
                    <a:pt x="2391724" y="6393380"/>
                    <a:pt x="2587506" y="6467059"/>
                  </a:cubicBezTo>
                  <a:cubicBezTo>
                    <a:pt x="2685137" y="6503898"/>
                    <a:pt x="2786304" y="6532106"/>
                    <a:pt x="2889176" y="6553360"/>
                  </a:cubicBezTo>
                  <a:lnTo>
                    <a:pt x="2929698" y="6561326"/>
                  </a:lnTo>
                  <a:lnTo>
                    <a:pt x="1816374" y="6561326"/>
                  </a:lnTo>
                  <a:lnTo>
                    <a:pt x="1787601" y="6545761"/>
                  </a:lnTo>
                  <a:cubicBezTo>
                    <a:pt x="1577272" y="6422749"/>
                    <a:pt x="1389483" y="6266761"/>
                    <a:pt x="1225544" y="6094158"/>
                  </a:cubicBezTo>
                  <a:cubicBezTo>
                    <a:pt x="1143116" y="6007986"/>
                    <a:pt x="1068158" y="5916274"/>
                    <a:pt x="997654" y="5822374"/>
                  </a:cubicBezTo>
                  <a:cubicBezTo>
                    <a:pt x="927546" y="5728086"/>
                    <a:pt x="860842" y="5632381"/>
                    <a:pt x="798596" y="5534615"/>
                  </a:cubicBezTo>
                  <a:cubicBezTo>
                    <a:pt x="782608" y="5510399"/>
                    <a:pt x="767537" y="5485797"/>
                    <a:pt x="752075" y="5461324"/>
                  </a:cubicBezTo>
                  <a:lnTo>
                    <a:pt x="707650" y="5390221"/>
                  </a:lnTo>
                  <a:cubicBezTo>
                    <a:pt x="679213" y="5344237"/>
                    <a:pt x="649728" y="5298638"/>
                    <a:pt x="619980" y="5252396"/>
                  </a:cubicBezTo>
                  <a:lnTo>
                    <a:pt x="438349" y="4970822"/>
                  </a:lnTo>
                  <a:cubicBezTo>
                    <a:pt x="377413" y="4874860"/>
                    <a:pt x="317263" y="4776064"/>
                    <a:pt x="261044" y="4673145"/>
                  </a:cubicBezTo>
                  <a:cubicBezTo>
                    <a:pt x="233000" y="4621622"/>
                    <a:pt x="205874" y="4569197"/>
                    <a:pt x="181107" y="4515356"/>
                  </a:cubicBezTo>
                  <a:cubicBezTo>
                    <a:pt x="156470" y="4461385"/>
                    <a:pt x="133537" y="4406385"/>
                    <a:pt x="113224" y="4350223"/>
                  </a:cubicBezTo>
                  <a:cubicBezTo>
                    <a:pt x="93305" y="4293934"/>
                    <a:pt x="75614" y="4236872"/>
                    <a:pt x="61199" y="4178908"/>
                  </a:cubicBezTo>
                  <a:cubicBezTo>
                    <a:pt x="54385" y="4149927"/>
                    <a:pt x="47440" y="4120815"/>
                    <a:pt x="41804" y="4091577"/>
                  </a:cubicBezTo>
                  <a:lnTo>
                    <a:pt x="33287" y="4047781"/>
                  </a:lnTo>
                  <a:lnTo>
                    <a:pt x="26209" y="4003858"/>
                  </a:lnTo>
                  <a:cubicBezTo>
                    <a:pt x="7732" y="3886643"/>
                    <a:pt x="0" y="3768783"/>
                    <a:pt x="0" y="3651953"/>
                  </a:cubicBezTo>
                  <a:cubicBezTo>
                    <a:pt x="524" y="3422031"/>
                    <a:pt x="25030" y="3192109"/>
                    <a:pt x="72731" y="2966307"/>
                  </a:cubicBezTo>
                  <a:cubicBezTo>
                    <a:pt x="120301" y="2740634"/>
                    <a:pt x="193163" y="2519343"/>
                    <a:pt x="291316" y="2309385"/>
                  </a:cubicBezTo>
                  <a:cubicBezTo>
                    <a:pt x="488540" y="1889469"/>
                    <a:pt x="774352" y="1513736"/>
                    <a:pt x="1110878" y="1193776"/>
                  </a:cubicBezTo>
                  <a:cubicBezTo>
                    <a:pt x="1279535" y="1033797"/>
                    <a:pt x="1461821" y="887856"/>
                    <a:pt x="1654327" y="756730"/>
                  </a:cubicBezTo>
                  <a:cubicBezTo>
                    <a:pt x="1847096" y="625732"/>
                    <a:pt x="2049956" y="509031"/>
                    <a:pt x="2261727" y="409720"/>
                  </a:cubicBezTo>
                  <a:cubicBezTo>
                    <a:pt x="2685792" y="212515"/>
                    <a:pt x="3142357" y="82162"/>
                    <a:pt x="3610060" y="27032"/>
                  </a:cubicBezTo>
                  <a:cubicBezTo>
                    <a:pt x="3785399" y="6647"/>
                    <a:pt x="3962657" y="-2144"/>
                    <a:pt x="4139342" y="44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18">
              <a:extLst>
                <a:ext uri="{FF2B5EF4-FFF2-40B4-BE49-F238E27FC236}">
                  <a16:creationId xmlns:a16="http://schemas.microsoft.com/office/drawing/2014/main" id="{BC4A6C98-F96E-4587-B01F-A9B01BBFAD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0322" y="353119"/>
              <a:ext cx="6321679" cy="6521594"/>
            </a:xfrm>
            <a:custGeom>
              <a:avLst/>
              <a:gdLst>
                <a:gd name="connsiteX0" fmla="*/ 4150102 w 6321679"/>
                <a:gd name="connsiteY0" fmla="*/ 0 h 6521594"/>
                <a:gd name="connsiteX1" fmla="*/ 6083891 w 6321679"/>
                <a:gd name="connsiteY1" fmla="*/ 619943 h 6521594"/>
                <a:gd name="connsiteX2" fmla="*/ 6321679 w 6321679"/>
                <a:gd name="connsiteY2" fmla="*/ 822247 h 6521594"/>
                <a:gd name="connsiteX3" fmla="*/ 6321679 w 6321679"/>
                <a:gd name="connsiteY3" fmla="*/ 1866928 h 6521594"/>
                <a:gd name="connsiteX4" fmla="*/ 6212358 w 6321679"/>
                <a:gd name="connsiteY4" fmla="*/ 1689281 h 6521594"/>
                <a:gd name="connsiteX5" fmla="*/ 6049880 w 6321679"/>
                <a:gd name="connsiteY5" fmla="*/ 1477173 h 6521594"/>
                <a:gd name="connsiteX6" fmla="*/ 5248663 w 6321679"/>
                <a:gd name="connsiteY6" fmla="*/ 869327 h 6521594"/>
                <a:gd name="connsiteX7" fmla="*/ 4150102 w 6321679"/>
                <a:gd name="connsiteY7" fmla="*/ 644042 h 6521594"/>
                <a:gd name="connsiteX8" fmla="*/ 2867946 w 6321679"/>
                <a:gd name="connsiteY8" fmla="*/ 886459 h 6521594"/>
                <a:gd name="connsiteX9" fmla="*/ 1728892 w 6321679"/>
                <a:gd name="connsiteY9" fmla="*/ 1552397 h 6521594"/>
                <a:gd name="connsiteX10" fmla="*/ 941043 w 6321679"/>
                <a:gd name="connsiteY10" fmla="*/ 2512664 h 6521594"/>
                <a:gd name="connsiteX11" fmla="*/ 655362 w 6321679"/>
                <a:gd name="connsiteY11" fmla="*/ 3630204 h 6521594"/>
                <a:gd name="connsiteX12" fmla="*/ 1128177 w 6321679"/>
                <a:gd name="connsiteY12" fmla="*/ 4667883 h 6521594"/>
                <a:gd name="connsiteX13" fmla="*/ 1366419 w 6321679"/>
                <a:gd name="connsiteY13" fmla="*/ 4997246 h 6521594"/>
                <a:gd name="connsiteX14" fmla="*/ 3601937 w 6321679"/>
                <a:gd name="connsiteY14" fmla="*/ 6284685 h 6521594"/>
                <a:gd name="connsiteX15" fmla="*/ 5298985 w 6321679"/>
                <a:gd name="connsiteY15" fmla="*/ 5492643 h 6521594"/>
                <a:gd name="connsiteX16" fmla="*/ 5505513 w 6321679"/>
                <a:gd name="connsiteY16" fmla="*/ 5335367 h 6521594"/>
                <a:gd name="connsiteX17" fmla="*/ 6252618 w 6321679"/>
                <a:gd name="connsiteY17" fmla="*/ 4722492 h 6521594"/>
                <a:gd name="connsiteX18" fmla="*/ 6321679 w 6321679"/>
                <a:gd name="connsiteY18" fmla="*/ 4651477 h 6521594"/>
                <a:gd name="connsiteX19" fmla="*/ 6321679 w 6321679"/>
                <a:gd name="connsiteY19" fmla="*/ 5523097 h 6521594"/>
                <a:gd name="connsiteX20" fmla="*/ 6024428 w 6321679"/>
                <a:gd name="connsiteY20" fmla="*/ 5754969 h 6521594"/>
                <a:gd name="connsiteX21" fmla="*/ 5702345 w 6321679"/>
                <a:gd name="connsiteY21" fmla="*/ 6000018 h 6521594"/>
                <a:gd name="connsiteX22" fmla="*/ 4988380 w 6321679"/>
                <a:gd name="connsiteY22" fmla="*/ 6506549 h 6521594"/>
                <a:gd name="connsiteX23" fmla="*/ 4961490 w 6321679"/>
                <a:gd name="connsiteY23" fmla="*/ 6521594 h 6521594"/>
                <a:gd name="connsiteX24" fmla="*/ 2011326 w 6321679"/>
                <a:gd name="connsiteY24" fmla="*/ 6521594 h 6521594"/>
                <a:gd name="connsiteX25" fmla="*/ 1982893 w 6321679"/>
                <a:gd name="connsiteY25" fmla="*/ 6505768 h 6521594"/>
                <a:gd name="connsiteX26" fmla="*/ 824149 w 6321679"/>
                <a:gd name="connsiteY26" fmla="*/ 5358682 h 6521594"/>
                <a:gd name="connsiteX27" fmla="*/ 0 w 6321679"/>
                <a:gd name="connsiteY27" fmla="*/ 3630075 h 6521594"/>
                <a:gd name="connsiteX28" fmla="*/ 4150102 w 6321679"/>
                <a:gd name="connsiteY28" fmla="*/ 0 h 6521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6321679" h="6521594">
                  <a:moveTo>
                    <a:pt x="4150102" y="0"/>
                  </a:moveTo>
                  <a:cubicBezTo>
                    <a:pt x="4918148" y="0"/>
                    <a:pt x="5569597" y="228540"/>
                    <a:pt x="6083891" y="619943"/>
                  </a:cubicBezTo>
                  <a:lnTo>
                    <a:pt x="6321679" y="822247"/>
                  </a:lnTo>
                  <a:lnTo>
                    <a:pt x="6321679" y="1866928"/>
                  </a:lnTo>
                  <a:lnTo>
                    <a:pt x="6212358" y="1689281"/>
                  </a:lnTo>
                  <a:cubicBezTo>
                    <a:pt x="6161484" y="1615222"/>
                    <a:pt x="6107295" y="1544427"/>
                    <a:pt x="6049880" y="1477173"/>
                  </a:cubicBezTo>
                  <a:cubicBezTo>
                    <a:pt x="5825135" y="1214018"/>
                    <a:pt x="5555573" y="1009470"/>
                    <a:pt x="5248663" y="869327"/>
                  </a:cubicBezTo>
                  <a:cubicBezTo>
                    <a:pt x="4921178" y="719909"/>
                    <a:pt x="4551627" y="644042"/>
                    <a:pt x="4150102" y="644042"/>
                  </a:cubicBezTo>
                  <a:cubicBezTo>
                    <a:pt x="3724203" y="644042"/>
                    <a:pt x="3292799" y="725448"/>
                    <a:pt x="2867946" y="886459"/>
                  </a:cubicBezTo>
                  <a:cubicBezTo>
                    <a:pt x="2454234" y="1042832"/>
                    <a:pt x="2060440" y="1273141"/>
                    <a:pt x="1728892" y="1552397"/>
                  </a:cubicBezTo>
                  <a:cubicBezTo>
                    <a:pt x="1391580" y="1836419"/>
                    <a:pt x="1126473" y="2159600"/>
                    <a:pt x="941043" y="2512664"/>
                  </a:cubicBezTo>
                  <a:cubicBezTo>
                    <a:pt x="751551" y="2873583"/>
                    <a:pt x="655362" y="3249575"/>
                    <a:pt x="655362" y="3630204"/>
                  </a:cubicBezTo>
                  <a:cubicBezTo>
                    <a:pt x="655362" y="4013537"/>
                    <a:pt x="808817" y="4237405"/>
                    <a:pt x="1128177" y="4667883"/>
                  </a:cubicBezTo>
                  <a:cubicBezTo>
                    <a:pt x="1205232" y="4771702"/>
                    <a:pt x="1284908" y="4879129"/>
                    <a:pt x="1366419" y="4997246"/>
                  </a:cubicBezTo>
                  <a:cubicBezTo>
                    <a:pt x="1989282" y="5899677"/>
                    <a:pt x="2657880" y="6284685"/>
                    <a:pt x="3601937" y="6284685"/>
                  </a:cubicBezTo>
                  <a:cubicBezTo>
                    <a:pt x="4221523" y="6284685"/>
                    <a:pt x="4676122" y="5971036"/>
                    <a:pt x="5298985" y="5492643"/>
                  </a:cubicBezTo>
                  <a:cubicBezTo>
                    <a:pt x="5368571" y="5439187"/>
                    <a:pt x="5438156" y="5386375"/>
                    <a:pt x="5505513" y="5335367"/>
                  </a:cubicBezTo>
                  <a:cubicBezTo>
                    <a:pt x="5779335" y="5127761"/>
                    <a:pt x="6041730" y="4928776"/>
                    <a:pt x="6252618" y="4722492"/>
                  </a:cubicBezTo>
                  <a:lnTo>
                    <a:pt x="6321679" y="4651477"/>
                  </a:lnTo>
                  <a:lnTo>
                    <a:pt x="6321679" y="5523097"/>
                  </a:lnTo>
                  <a:lnTo>
                    <a:pt x="6024428" y="5754969"/>
                  </a:lnTo>
                  <a:cubicBezTo>
                    <a:pt x="5918395" y="5835747"/>
                    <a:pt x="5810491" y="5916953"/>
                    <a:pt x="5702345" y="6000018"/>
                  </a:cubicBezTo>
                  <a:cubicBezTo>
                    <a:pt x="5466020" y="6181541"/>
                    <a:pt x="5232938" y="6357503"/>
                    <a:pt x="4988380" y="6506549"/>
                  </a:cubicBezTo>
                  <a:lnTo>
                    <a:pt x="4961490" y="6521594"/>
                  </a:lnTo>
                  <a:lnTo>
                    <a:pt x="2011326" y="6521594"/>
                  </a:lnTo>
                  <a:lnTo>
                    <a:pt x="1982893" y="6505768"/>
                  </a:lnTo>
                  <a:cubicBezTo>
                    <a:pt x="1531799" y="6233999"/>
                    <a:pt x="1157400" y="5841520"/>
                    <a:pt x="824149" y="5358682"/>
                  </a:cubicBezTo>
                  <a:cubicBezTo>
                    <a:pt x="424196" y="4779302"/>
                    <a:pt x="0" y="4381929"/>
                    <a:pt x="0" y="3630075"/>
                  </a:cubicBezTo>
                  <a:cubicBezTo>
                    <a:pt x="0" y="1625174"/>
                    <a:pt x="2089794" y="0"/>
                    <a:pt x="4150102"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A66409EC-9CC3-482A-A4A5-54ED092B3F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0322" y="353119"/>
              <a:ext cx="6321679" cy="6521594"/>
            </a:xfrm>
            <a:custGeom>
              <a:avLst/>
              <a:gdLst>
                <a:gd name="connsiteX0" fmla="*/ 4150102 w 6321679"/>
                <a:gd name="connsiteY0" fmla="*/ 0 h 6521594"/>
                <a:gd name="connsiteX1" fmla="*/ 6083891 w 6321679"/>
                <a:gd name="connsiteY1" fmla="*/ 619943 h 6521594"/>
                <a:gd name="connsiteX2" fmla="*/ 6321679 w 6321679"/>
                <a:gd name="connsiteY2" fmla="*/ 822247 h 6521594"/>
                <a:gd name="connsiteX3" fmla="*/ 6321679 w 6321679"/>
                <a:gd name="connsiteY3" fmla="*/ 2150195 h 6521594"/>
                <a:gd name="connsiteX4" fmla="*/ 6241288 w 6321679"/>
                <a:gd name="connsiteY4" fmla="*/ 1985338 h 6521594"/>
                <a:gd name="connsiteX5" fmla="*/ 5949367 w 6321679"/>
                <a:gd name="connsiteY5" fmla="*/ 1559997 h 6521594"/>
                <a:gd name="connsiteX6" fmla="*/ 5193362 w 6321679"/>
                <a:gd name="connsiteY6" fmla="*/ 986156 h 6521594"/>
                <a:gd name="connsiteX7" fmla="*/ 4150102 w 6321679"/>
                <a:gd name="connsiteY7" fmla="*/ 772850 h 6521594"/>
                <a:gd name="connsiteX8" fmla="*/ 2914861 w 6321679"/>
                <a:gd name="connsiteY8" fmla="*/ 1006637 h 6521594"/>
                <a:gd name="connsiteX9" fmla="*/ 1814073 w 6321679"/>
                <a:gd name="connsiteY9" fmla="*/ 1650163 h 6521594"/>
                <a:gd name="connsiteX10" fmla="*/ 1057412 w 6321679"/>
                <a:gd name="connsiteY10" fmla="*/ 2571657 h 6521594"/>
                <a:gd name="connsiteX11" fmla="*/ 786277 w 6321679"/>
                <a:gd name="connsiteY11" fmla="*/ 3630204 h 6521594"/>
                <a:gd name="connsiteX12" fmla="*/ 1233931 w 6321679"/>
                <a:gd name="connsiteY12" fmla="*/ 4592016 h 6521594"/>
                <a:gd name="connsiteX13" fmla="*/ 1474795 w 6321679"/>
                <a:gd name="connsiteY13" fmla="*/ 4924985 h 6521594"/>
                <a:gd name="connsiteX14" fmla="*/ 2393691 w 6321679"/>
                <a:gd name="connsiteY14" fmla="*/ 5846995 h 6521594"/>
                <a:gd name="connsiteX15" fmla="*/ 3601805 w 6321679"/>
                <a:gd name="connsiteY15" fmla="*/ 6155876 h 6521594"/>
                <a:gd name="connsiteX16" fmla="*/ 4378909 w 6321679"/>
                <a:gd name="connsiteY16" fmla="*/ 5959186 h 6521594"/>
                <a:gd name="connsiteX17" fmla="*/ 5218129 w 6321679"/>
                <a:gd name="connsiteY17" fmla="*/ 5391271 h 6521594"/>
                <a:gd name="connsiteX18" fmla="*/ 5425313 w 6321679"/>
                <a:gd name="connsiteY18" fmla="*/ 5233481 h 6521594"/>
                <a:gd name="connsiteX19" fmla="*/ 6254366 w 6321679"/>
                <a:gd name="connsiteY19" fmla="*/ 4534301 h 6521594"/>
                <a:gd name="connsiteX20" fmla="*/ 6321679 w 6321679"/>
                <a:gd name="connsiteY20" fmla="*/ 4456641 h 6521594"/>
                <a:gd name="connsiteX21" fmla="*/ 6321679 w 6321679"/>
                <a:gd name="connsiteY21" fmla="*/ 5523097 h 6521594"/>
                <a:gd name="connsiteX22" fmla="*/ 6024428 w 6321679"/>
                <a:gd name="connsiteY22" fmla="*/ 5754969 h 6521594"/>
                <a:gd name="connsiteX23" fmla="*/ 5702345 w 6321679"/>
                <a:gd name="connsiteY23" fmla="*/ 6000018 h 6521594"/>
                <a:gd name="connsiteX24" fmla="*/ 4988380 w 6321679"/>
                <a:gd name="connsiteY24" fmla="*/ 6506549 h 6521594"/>
                <a:gd name="connsiteX25" fmla="*/ 4961490 w 6321679"/>
                <a:gd name="connsiteY25" fmla="*/ 6521594 h 6521594"/>
                <a:gd name="connsiteX26" fmla="*/ 2011326 w 6321679"/>
                <a:gd name="connsiteY26" fmla="*/ 6521594 h 6521594"/>
                <a:gd name="connsiteX27" fmla="*/ 1982893 w 6321679"/>
                <a:gd name="connsiteY27" fmla="*/ 6505768 h 6521594"/>
                <a:gd name="connsiteX28" fmla="*/ 824149 w 6321679"/>
                <a:gd name="connsiteY28" fmla="*/ 5358682 h 6521594"/>
                <a:gd name="connsiteX29" fmla="*/ 0 w 6321679"/>
                <a:gd name="connsiteY29" fmla="*/ 3630075 h 6521594"/>
                <a:gd name="connsiteX30" fmla="*/ 4150102 w 6321679"/>
                <a:gd name="connsiteY30" fmla="*/ 0 h 6521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6321679" h="6521594">
                  <a:moveTo>
                    <a:pt x="4150102" y="0"/>
                  </a:moveTo>
                  <a:cubicBezTo>
                    <a:pt x="4918148" y="0"/>
                    <a:pt x="5569597" y="228540"/>
                    <a:pt x="6083891" y="619943"/>
                  </a:cubicBezTo>
                  <a:lnTo>
                    <a:pt x="6321679" y="822247"/>
                  </a:lnTo>
                  <a:lnTo>
                    <a:pt x="6321679" y="2150195"/>
                  </a:lnTo>
                  <a:lnTo>
                    <a:pt x="6241288" y="1985338"/>
                  </a:lnTo>
                  <a:cubicBezTo>
                    <a:pt x="6156788" y="1831195"/>
                    <a:pt x="6059249" y="1688709"/>
                    <a:pt x="5949367" y="1559997"/>
                  </a:cubicBezTo>
                  <a:cubicBezTo>
                    <a:pt x="5737073" y="1311397"/>
                    <a:pt x="5482843" y="1118314"/>
                    <a:pt x="5193362" y="986156"/>
                  </a:cubicBezTo>
                  <a:cubicBezTo>
                    <a:pt x="4883437" y="844596"/>
                    <a:pt x="4532365" y="772850"/>
                    <a:pt x="4150102" y="772850"/>
                  </a:cubicBezTo>
                  <a:cubicBezTo>
                    <a:pt x="3746218" y="772850"/>
                    <a:pt x="3319008" y="853613"/>
                    <a:pt x="2914861" y="1006637"/>
                  </a:cubicBezTo>
                  <a:cubicBezTo>
                    <a:pt x="2515039" y="1157857"/>
                    <a:pt x="2134350" y="1380438"/>
                    <a:pt x="1814073" y="1650163"/>
                  </a:cubicBezTo>
                  <a:cubicBezTo>
                    <a:pt x="1494190" y="1919502"/>
                    <a:pt x="1232622" y="2238173"/>
                    <a:pt x="1057412" y="2571657"/>
                  </a:cubicBezTo>
                  <a:cubicBezTo>
                    <a:pt x="877486" y="2914158"/>
                    <a:pt x="786277" y="3270313"/>
                    <a:pt x="786277" y="3630204"/>
                  </a:cubicBezTo>
                  <a:cubicBezTo>
                    <a:pt x="786277" y="3974121"/>
                    <a:pt x="923483" y="4173646"/>
                    <a:pt x="1233931" y="4592016"/>
                  </a:cubicBezTo>
                  <a:cubicBezTo>
                    <a:pt x="1311641" y="4696736"/>
                    <a:pt x="1391972" y="4805064"/>
                    <a:pt x="1474795" y="4924985"/>
                  </a:cubicBezTo>
                  <a:cubicBezTo>
                    <a:pt x="1767682" y="5349278"/>
                    <a:pt x="2068172" y="5650948"/>
                    <a:pt x="2393691" y="5846995"/>
                  </a:cubicBezTo>
                  <a:cubicBezTo>
                    <a:pt x="2738735" y="6054891"/>
                    <a:pt x="3133971" y="6155876"/>
                    <a:pt x="3601805" y="6155876"/>
                  </a:cubicBezTo>
                  <a:cubicBezTo>
                    <a:pt x="3867305" y="6155876"/>
                    <a:pt x="4114196" y="6093405"/>
                    <a:pt x="4378909" y="5959186"/>
                  </a:cubicBezTo>
                  <a:cubicBezTo>
                    <a:pt x="4650699" y="5821362"/>
                    <a:pt x="4919737" y="5620421"/>
                    <a:pt x="5218129" y="5391271"/>
                  </a:cubicBezTo>
                  <a:cubicBezTo>
                    <a:pt x="5288107" y="5337558"/>
                    <a:pt x="5357824" y="5284617"/>
                    <a:pt x="5425313" y="5233481"/>
                  </a:cubicBezTo>
                  <a:cubicBezTo>
                    <a:pt x="5739037" y="4995556"/>
                    <a:pt x="6037512" y="4769168"/>
                    <a:pt x="6254366" y="4534301"/>
                  </a:cubicBezTo>
                  <a:lnTo>
                    <a:pt x="6321679" y="4456641"/>
                  </a:lnTo>
                  <a:lnTo>
                    <a:pt x="6321679" y="5523097"/>
                  </a:lnTo>
                  <a:lnTo>
                    <a:pt x="6024428" y="5754969"/>
                  </a:lnTo>
                  <a:cubicBezTo>
                    <a:pt x="5918395" y="5835747"/>
                    <a:pt x="5810491" y="5916953"/>
                    <a:pt x="5702345" y="6000018"/>
                  </a:cubicBezTo>
                  <a:cubicBezTo>
                    <a:pt x="5466020" y="6181541"/>
                    <a:pt x="5232938" y="6357503"/>
                    <a:pt x="4988380" y="6506549"/>
                  </a:cubicBezTo>
                  <a:lnTo>
                    <a:pt x="4961490" y="6521594"/>
                  </a:lnTo>
                  <a:lnTo>
                    <a:pt x="2011326" y="6521594"/>
                  </a:lnTo>
                  <a:lnTo>
                    <a:pt x="1982893" y="6505768"/>
                  </a:lnTo>
                  <a:cubicBezTo>
                    <a:pt x="1531799" y="6233999"/>
                    <a:pt x="1157400" y="5841520"/>
                    <a:pt x="824149" y="5358682"/>
                  </a:cubicBezTo>
                  <a:cubicBezTo>
                    <a:pt x="424196" y="4779302"/>
                    <a:pt x="0" y="4381929"/>
                    <a:pt x="0" y="3630075"/>
                  </a:cubicBezTo>
                  <a:cubicBezTo>
                    <a:pt x="0" y="1625174"/>
                    <a:pt x="2089794" y="0"/>
                    <a:pt x="4150102"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7" name="Content Placeholder 6">
            <a:extLst>
              <a:ext uri="{FF2B5EF4-FFF2-40B4-BE49-F238E27FC236}">
                <a16:creationId xmlns:a16="http://schemas.microsoft.com/office/drawing/2014/main" id="{80C6532F-B974-A156-4856-CDB910E72DC4}"/>
              </a:ext>
            </a:extLst>
          </p:cNvPr>
          <p:cNvPicPr>
            <a:picLocks noGrp="1" noChangeAspect="1"/>
          </p:cNvPicPr>
          <p:nvPr>
            <p:ph sz="half" idx="1"/>
          </p:nvPr>
        </p:nvPicPr>
        <p:blipFill>
          <a:blip r:embed="rId2"/>
          <a:stretch>
            <a:fillRect/>
          </a:stretch>
        </p:blipFill>
        <p:spPr>
          <a:xfrm>
            <a:off x="7708392" y="2239057"/>
            <a:ext cx="4142232" cy="3303429"/>
          </a:xfrm>
          <a:prstGeom prst="rect">
            <a:avLst/>
          </a:prstGeom>
        </p:spPr>
      </p:pic>
    </p:spTree>
    <p:extLst>
      <p:ext uri="{BB962C8B-B14F-4D97-AF65-F5344CB8AC3E}">
        <p14:creationId xmlns:p14="http://schemas.microsoft.com/office/powerpoint/2010/main" val="10273130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2EB492CD-616E-47F8-933B-5E2D952A05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3" name="Arc 12">
            <a:extLst>
              <a:ext uri="{FF2B5EF4-FFF2-40B4-BE49-F238E27FC236}">
                <a16:creationId xmlns:a16="http://schemas.microsoft.com/office/drawing/2014/main" id="{59383CF9-23B5-4335-9B21-1791C4CF1C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3967198" flipH="1">
            <a:off x="8631348" y="490493"/>
            <a:ext cx="2987899" cy="2987899"/>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99BEB51-C63E-1CC0-D018-CA0AA2406651}"/>
              </a:ext>
            </a:extLst>
          </p:cNvPr>
          <p:cNvSpPr>
            <a:spLocks noGrp="1"/>
          </p:cNvSpPr>
          <p:nvPr>
            <p:ph type="title"/>
          </p:nvPr>
        </p:nvSpPr>
        <p:spPr>
          <a:xfrm>
            <a:off x="5894962" y="479493"/>
            <a:ext cx="5458838" cy="1325563"/>
          </a:xfrm>
        </p:spPr>
        <p:txBody>
          <a:bodyPr vert="horz" lIns="91440" tIns="45720" rIns="91440" bIns="45720" rtlCol="0" anchor="ctr">
            <a:normAutofit/>
          </a:bodyPr>
          <a:lstStyle/>
          <a:p>
            <a:r>
              <a:rPr lang="en-US" kern="1200">
                <a:solidFill>
                  <a:schemeClr val="tx1"/>
                </a:solidFill>
                <a:latin typeface="+mj-lt"/>
                <a:ea typeface="+mj-ea"/>
                <a:cs typeface="+mj-cs"/>
              </a:rPr>
              <a:t>Cont…</a:t>
            </a:r>
          </a:p>
        </p:txBody>
      </p:sp>
      <p:sp>
        <p:nvSpPr>
          <p:cNvPr id="15" name="Freeform: Shape 14">
            <a:extLst>
              <a:ext uri="{FF2B5EF4-FFF2-40B4-BE49-F238E27FC236}">
                <a16:creationId xmlns:a16="http://schemas.microsoft.com/office/drawing/2014/main" id="{0007FE00-9498-4706-B255-6437B0252C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486400"/>
            <a:ext cx="2672863" cy="1371600"/>
          </a:xfrm>
          <a:custGeom>
            <a:avLst/>
            <a:gdLst>
              <a:gd name="connsiteX0" fmla="*/ 1721734 w 2672863"/>
              <a:gd name="connsiteY0" fmla="*/ 0 h 1371600"/>
              <a:gd name="connsiteX1" fmla="*/ 2564444 w 2672863"/>
              <a:gd name="connsiteY1" fmla="*/ 213382 h 1371600"/>
              <a:gd name="connsiteX2" fmla="*/ 2672863 w 2672863"/>
              <a:gd name="connsiteY2" fmla="*/ 279248 h 1371600"/>
              <a:gd name="connsiteX3" fmla="*/ 2672863 w 2672863"/>
              <a:gd name="connsiteY3" fmla="*/ 1371600 h 1371600"/>
              <a:gd name="connsiteX4" fmla="*/ 0 w 2672863"/>
              <a:gd name="connsiteY4" fmla="*/ 1371600 h 1371600"/>
              <a:gd name="connsiteX5" fmla="*/ 33268 w 2672863"/>
              <a:gd name="connsiteY5" fmla="*/ 1242216 h 1371600"/>
              <a:gd name="connsiteX6" fmla="*/ 1721734 w 2672863"/>
              <a:gd name="connsiteY6" fmla="*/ 0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2863" h="1371600">
                <a:moveTo>
                  <a:pt x="1721734" y="0"/>
                </a:moveTo>
                <a:cubicBezTo>
                  <a:pt x="2026863" y="0"/>
                  <a:pt x="2313937" y="77299"/>
                  <a:pt x="2564444" y="213382"/>
                </a:cubicBezTo>
                <a:lnTo>
                  <a:pt x="2672863" y="279248"/>
                </a:lnTo>
                <a:lnTo>
                  <a:pt x="2672863" y="1371600"/>
                </a:lnTo>
                <a:lnTo>
                  <a:pt x="0" y="1371600"/>
                </a:lnTo>
                <a:lnTo>
                  <a:pt x="33268" y="1242216"/>
                </a:lnTo>
                <a:cubicBezTo>
                  <a:pt x="257110" y="522539"/>
                  <a:pt x="928399" y="0"/>
                  <a:pt x="1721734"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6" name="Content Placeholder 5">
            <a:extLst>
              <a:ext uri="{FF2B5EF4-FFF2-40B4-BE49-F238E27FC236}">
                <a16:creationId xmlns:a16="http://schemas.microsoft.com/office/drawing/2014/main" id="{F6710503-313D-C648-505F-554C1F8E13B6}"/>
              </a:ext>
            </a:extLst>
          </p:cNvPr>
          <p:cNvPicPr>
            <a:picLocks noGrp="1" noChangeAspect="1"/>
          </p:cNvPicPr>
          <p:nvPr>
            <p:ph sz="half" idx="1"/>
          </p:nvPr>
        </p:nvPicPr>
        <p:blipFill>
          <a:blip r:embed="rId2"/>
          <a:stretch>
            <a:fillRect/>
          </a:stretch>
        </p:blipFill>
        <p:spPr>
          <a:xfrm>
            <a:off x="703182" y="961410"/>
            <a:ext cx="4777381" cy="4765436"/>
          </a:xfrm>
          <a:custGeom>
            <a:avLst/>
            <a:gdLst/>
            <a:ahLst/>
            <a:cxnLst/>
            <a:rect l="l" t="t" r="r" b="b"/>
            <a:pathLst>
              <a:path w="4777381" h="5643794">
                <a:moveTo>
                  <a:pt x="143704" y="0"/>
                </a:moveTo>
                <a:lnTo>
                  <a:pt x="4633677" y="0"/>
                </a:lnTo>
                <a:cubicBezTo>
                  <a:pt x="4713043" y="0"/>
                  <a:pt x="4777381" y="64338"/>
                  <a:pt x="4777381" y="143704"/>
                </a:cubicBezTo>
                <a:lnTo>
                  <a:pt x="4777381" y="5500090"/>
                </a:lnTo>
                <a:cubicBezTo>
                  <a:pt x="4777381" y="5579456"/>
                  <a:pt x="4713043" y="5643794"/>
                  <a:pt x="4633677" y="5643794"/>
                </a:cubicBezTo>
                <a:lnTo>
                  <a:pt x="143704" y="5643794"/>
                </a:lnTo>
                <a:cubicBezTo>
                  <a:pt x="64338" y="5643794"/>
                  <a:pt x="0" y="5579456"/>
                  <a:pt x="0" y="5500090"/>
                </a:cubicBezTo>
                <a:lnTo>
                  <a:pt x="0" y="143704"/>
                </a:lnTo>
                <a:cubicBezTo>
                  <a:pt x="0" y="64338"/>
                  <a:pt x="64338" y="0"/>
                  <a:pt x="143704" y="0"/>
                </a:cubicBezTo>
                <a:close/>
              </a:path>
            </a:pathLst>
          </a:custGeom>
        </p:spPr>
      </p:pic>
      <p:sp>
        <p:nvSpPr>
          <p:cNvPr id="4" name="Content Placeholder 3">
            <a:extLst>
              <a:ext uri="{FF2B5EF4-FFF2-40B4-BE49-F238E27FC236}">
                <a16:creationId xmlns:a16="http://schemas.microsoft.com/office/drawing/2014/main" id="{ED055A97-E309-E8AB-9F7D-554D912990E2}"/>
              </a:ext>
            </a:extLst>
          </p:cNvPr>
          <p:cNvSpPr>
            <a:spLocks noGrp="1"/>
          </p:cNvSpPr>
          <p:nvPr>
            <p:ph sz="half" idx="2"/>
          </p:nvPr>
        </p:nvSpPr>
        <p:spPr>
          <a:xfrm>
            <a:off x="5894962" y="1984443"/>
            <a:ext cx="5458838" cy="4192520"/>
          </a:xfrm>
        </p:spPr>
        <p:txBody>
          <a:bodyPr vert="horz" lIns="91440" tIns="45720" rIns="91440" bIns="45720" rtlCol="0">
            <a:normAutofit/>
          </a:bodyPr>
          <a:lstStyle/>
          <a:p>
            <a:r>
              <a:rPr lang="en-US" sz="1800"/>
              <a:t>This bar chart compares the frequency of different procurement methods, showing that </a:t>
            </a:r>
            <a:r>
              <a:rPr lang="en-US" sz="1800" b="1"/>
              <a:t>Request for Quotations</a:t>
            </a:r>
            <a:r>
              <a:rPr lang="en-US" sz="1800"/>
              <a:t> is the most commonly used, followed closely by </a:t>
            </a:r>
            <a:r>
              <a:rPr lang="en-US" sz="1800" b="1"/>
              <a:t>Direct Procurement</a:t>
            </a:r>
            <a:r>
              <a:rPr lang="en-US" sz="1800"/>
              <a:t> and </a:t>
            </a:r>
            <a:r>
              <a:rPr lang="en-US" sz="1800" b="1"/>
              <a:t>Open International Bidding</a:t>
            </a:r>
            <a:r>
              <a:rPr lang="en-US" sz="1800"/>
              <a:t>, while </a:t>
            </a:r>
            <a:r>
              <a:rPr lang="en-US" sz="1800" b="1"/>
              <a:t>Restricted Bidding</a:t>
            </a:r>
            <a:r>
              <a:rPr lang="en-US" sz="1800"/>
              <a:t> and </a:t>
            </a:r>
            <a:r>
              <a:rPr lang="en-US" sz="1800" b="1"/>
              <a:t>Open Domestic Bidding</a:t>
            </a:r>
            <a:r>
              <a:rPr lang="en-US" sz="1800"/>
              <a:t> are slightly less frequent. Overall, the distribution is fairly balanced across the five categories, but the slight lead of Request for Quotations suggests that organizations often prefer simpler, faster methods of procurement. This illustrates how procurement practices are spread across various approaches, with no single method overwhelmingly dominant, but with a clear tendency toward quotation-based requests.</a:t>
            </a:r>
          </a:p>
        </p:txBody>
      </p:sp>
    </p:spTree>
    <p:extLst>
      <p:ext uri="{BB962C8B-B14F-4D97-AF65-F5344CB8AC3E}">
        <p14:creationId xmlns:p14="http://schemas.microsoft.com/office/powerpoint/2010/main" val="16871288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979E27D9-03C7-44E2-9FF8-15D0C8506A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578B562-134B-8C0F-199F-B43BE4F7B1D5}"/>
              </a:ext>
            </a:extLst>
          </p:cNvPr>
          <p:cNvSpPr>
            <a:spLocks noGrp="1"/>
          </p:cNvSpPr>
          <p:nvPr>
            <p:ph type="title"/>
          </p:nvPr>
        </p:nvSpPr>
        <p:spPr>
          <a:xfrm>
            <a:off x="1136397" y="502021"/>
            <a:ext cx="4959603" cy="1642969"/>
          </a:xfrm>
        </p:spPr>
        <p:txBody>
          <a:bodyPr vert="horz" lIns="91440" tIns="45720" rIns="91440" bIns="45720" rtlCol="0" anchor="b">
            <a:normAutofit/>
          </a:bodyPr>
          <a:lstStyle/>
          <a:p>
            <a:r>
              <a:rPr lang="en-US" sz="4000" kern="1200">
                <a:solidFill>
                  <a:schemeClr val="tx1"/>
                </a:solidFill>
                <a:latin typeface="+mj-lt"/>
                <a:ea typeface="+mj-ea"/>
                <a:cs typeface="+mj-cs"/>
              </a:rPr>
              <a:t>Data Visualization (Multivariate Analysis)</a:t>
            </a:r>
          </a:p>
        </p:txBody>
      </p:sp>
      <p:sp>
        <p:nvSpPr>
          <p:cNvPr id="4" name="Content Placeholder 3">
            <a:extLst>
              <a:ext uri="{FF2B5EF4-FFF2-40B4-BE49-F238E27FC236}">
                <a16:creationId xmlns:a16="http://schemas.microsoft.com/office/drawing/2014/main" id="{96847B3D-7250-0EEF-40D9-B69D901BED8A}"/>
              </a:ext>
            </a:extLst>
          </p:cNvPr>
          <p:cNvSpPr>
            <a:spLocks noGrp="1"/>
          </p:cNvSpPr>
          <p:nvPr>
            <p:ph sz="half" idx="2"/>
          </p:nvPr>
        </p:nvSpPr>
        <p:spPr>
          <a:xfrm>
            <a:off x="1136397" y="2418408"/>
            <a:ext cx="4959603" cy="3522569"/>
          </a:xfrm>
        </p:spPr>
        <p:txBody>
          <a:bodyPr vert="horz" lIns="91440" tIns="45720" rIns="91440" bIns="45720" rtlCol="0" anchor="t">
            <a:normAutofit/>
          </a:bodyPr>
          <a:lstStyle/>
          <a:p>
            <a:r>
              <a:rPr lang="en-US" sz="2000"/>
              <a:t>This scatter plot shows how contract value relates to the number of bids. The points are spread out, meaning contracts of all sizes can get either few or many bids. Some very large contracts only attract a small number of bidders, while smaller contracts appear across different bid counts. In simple terms, there isn’t a clear link between contract size and how many bids it receives—other factors likely influence bidder participation.</a:t>
            </a:r>
          </a:p>
        </p:txBody>
      </p:sp>
      <p:pic>
        <p:nvPicPr>
          <p:cNvPr id="6" name="Content Placeholder 5">
            <a:extLst>
              <a:ext uri="{FF2B5EF4-FFF2-40B4-BE49-F238E27FC236}">
                <a16:creationId xmlns:a16="http://schemas.microsoft.com/office/drawing/2014/main" id="{4D38C535-16F0-7078-70F3-E0CD6FD97174}"/>
              </a:ext>
            </a:extLst>
          </p:cNvPr>
          <p:cNvPicPr>
            <a:picLocks noGrp="1" noChangeAspect="1"/>
          </p:cNvPicPr>
          <p:nvPr>
            <p:ph sz="half" idx="1"/>
          </p:nvPr>
        </p:nvPicPr>
        <p:blipFill>
          <a:blip r:embed="rId2"/>
          <a:stretch>
            <a:fillRect/>
          </a:stretch>
        </p:blipFill>
        <p:spPr>
          <a:xfrm>
            <a:off x="6512442" y="1083201"/>
            <a:ext cx="5201023" cy="4277840"/>
          </a:xfrm>
          <a:prstGeom prst="rect">
            <a:avLst/>
          </a:prstGeom>
        </p:spPr>
      </p:pic>
      <p:sp>
        <p:nvSpPr>
          <p:cNvPr id="13" name="Rectangle 12">
            <a:extLst>
              <a:ext uri="{FF2B5EF4-FFF2-40B4-BE49-F238E27FC236}">
                <a16:creationId xmlns:a16="http://schemas.microsoft.com/office/drawing/2014/main" id="{EEBF1590-3B36-48EE-A89D-3B6F3CB256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0">
                <a:schemeClr val="accent1"/>
              </a:gs>
              <a:gs pos="78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AC8F6C8C-AB5A-4548-942D-E3FD40ACBC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0">
                <a:srgbClr val="000000">
                  <a:alpha val="63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564925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1E020063-2385-44AC-BD67-258E1F0B9F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7E014A0B-5338-4077-AFE9-A90D04D4492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7D49A39-47FD-6A8B-B7F0-B7FE41790CA3}"/>
              </a:ext>
            </a:extLst>
          </p:cNvPr>
          <p:cNvSpPr>
            <a:spLocks noGrp="1"/>
          </p:cNvSpPr>
          <p:nvPr>
            <p:ph type="title"/>
          </p:nvPr>
        </p:nvSpPr>
        <p:spPr>
          <a:xfrm>
            <a:off x="1179576" y="1261423"/>
            <a:ext cx="9829800" cy="1325880"/>
          </a:xfrm>
        </p:spPr>
        <p:txBody>
          <a:bodyPr vert="horz" lIns="91440" tIns="45720" rIns="91440" bIns="45720" rtlCol="0" anchor="b">
            <a:normAutofit/>
          </a:bodyPr>
          <a:lstStyle/>
          <a:p>
            <a:pPr algn="ctr"/>
            <a:r>
              <a:rPr lang="en-US" sz="3600" kern="1200">
                <a:solidFill>
                  <a:schemeClr val="tx2"/>
                </a:solidFill>
                <a:latin typeface="+mj-lt"/>
                <a:ea typeface="+mj-ea"/>
                <a:cs typeface="+mj-cs"/>
              </a:rPr>
              <a:t>Cont…</a:t>
            </a:r>
          </a:p>
        </p:txBody>
      </p:sp>
      <p:grpSp>
        <p:nvGrpSpPr>
          <p:cNvPr id="15" name="Group 14">
            <a:extLst>
              <a:ext uri="{FF2B5EF4-FFF2-40B4-BE49-F238E27FC236}">
                <a16:creationId xmlns:a16="http://schemas.microsoft.com/office/drawing/2014/main" id="{78127680-150F-4A90-9950-F6639257811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5" y="-1"/>
            <a:ext cx="3362070" cy="2522849"/>
            <a:chOff x="-305" y="-1"/>
            <a:chExt cx="3832880" cy="2876136"/>
          </a:xfrm>
        </p:grpSpPr>
        <p:sp>
          <p:nvSpPr>
            <p:cNvPr id="16" name="Freeform: Shape 15">
              <a:extLst>
                <a:ext uri="{FF2B5EF4-FFF2-40B4-BE49-F238E27FC236}">
                  <a16:creationId xmlns:a16="http://schemas.microsoft.com/office/drawing/2014/main" id="{5088F97A-8362-4967-B664-D748B846EC5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30F9DEDE-4318-412A-81C5-C8C90F6897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09E97DE9-7844-4707-8928-1CD88ADB72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Freeform: Shape 18">
              <a:extLst>
                <a:ext uri="{FF2B5EF4-FFF2-40B4-BE49-F238E27FC236}">
                  <a16:creationId xmlns:a16="http://schemas.microsoft.com/office/drawing/2014/main" id="{EC58954E-44A5-4A0D-97A9-8A2BB43D683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 name="Content Placeholder 3">
            <a:extLst>
              <a:ext uri="{FF2B5EF4-FFF2-40B4-BE49-F238E27FC236}">
                <a16:creationId xmlns:a16="http://schemas.microsoft.com/office/drawing/2014/main" id="{B052D6E5-523C-7A1A-3C12-E423ED805300}"/>
              </a:ext>
            </a:extLst>
          </p:cNvPr>
          <p:cNvSpPr>
            <a:spLocks noGrp="1"/>
          </p:cNvSpPr>
          <p:nvPr>
            <p:ph sz="half" idx="2"/>
          </p:nvPr>
        </p:nvSpPr>
        <p:spPr>
          <a:xfrm>
            <a:off x="804672" y="2827419"/>
            <a:ext cx="5126896" cy="3227626"/>
          </a:xfrm>
        </p:spPr>
        <p:txBody>
          <a:bodyPr vert="horz" lIns="91440" tIns="45720" rIns="91440" bIns="45720" rtlCol="0" anchor="ctr">
            <a:normAutofit/>
          </a:bodyPr>
          <a:lstStyle/>
          <a:p>
            <a:r>
              <a:rPr lang="en-US" sz="1800">
                <a:solidFill>
                  <a:schemeClr val="tx2"/>
                </a:solidFill>
              </a:rPr>
              <a:t>This bar chart compares the average contract values across regions. The Central region stands out with the highest average, followed by Western, then Eastern, while Northern has the lowest. In simple terms, contracts in the Central region tend to be worth more money than those in other regions, showing clear regional differences in procurement amounts.</a:t>
            </a:r>
          </a:p>
        </p:txBody>
      </p:sp>
      <p:grpSp>
        <p:nvGrpSpPr>
          <p:cNvPr id="21" name="Group 20">
            <a:extLst>
              <a:ext uri="{FF2B5EF4-FFF2-40B4-BE49-F238E27FC236}">
                <a16:creationId xmlns:a16="http://schemas.microsoft.com/office/drawing/2014/main" id="{466920E5-8640-4C24-A775-8647637094A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flipH="1">
            <a:off x="10185732" y="4852038"/>
            <a:ext cx="2151670" cy="1860256"/>
            <a:chOff x="-305" y="-4155"/>
            <a:chExt cx="2514948" cy="2174333"/>
          </a:xfrm>
        </p:grpSpPr>
        <p:sp>
          <p:nvSpPr>
            <p:cNvPr id="22" name="Freeform: Shape 21">
              <a:extLst>
                <a:ext uri="{FF2B5EF4-FFF2-40B4-BE49-F238E27FC236}">
                  <a16:creationId xmlns:a16="http://schemas.microsoft.com/office/drawing/2014/main" id="{2CBA3142-5A82-43CE-87A2-EB14B17A511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Freeform: Shape 22">
              <a:extLst>
                <a:ext uri="{FF2B5EF4-FFF2-40B4-BE49-F238E27FC236}">
                  <a16:creationId xmlns:a16="http://schemas.microsoft.com/office/drawing/2014/main" id="{AEF5A1C7-9938-4A33-A5A4-2B05353B31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Freeform: Shape 23">
              <a:extLst>
                <a:ext uri="{FF2B5EF4-FFF2-40B4-BE49-F238E27FC236}">
                  <a16:creationId xmlns:a16="http://schemas.microsoft.com/office/drawing/2014/main" id="{262A936D-E9F6-4A68-82C2-1D1CC777226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29" name="Freeform: Shape 28">
              <a:extLst>
                <a:ext uri="{FF2B5EF4-FFF2-40B4-BE49-F238E27FC236}">
                  <a16:creationId xmlns:a16="http://schemas.microsoft.com/office/drawing/2014/main" id="{C68A9229-BBBE-4934-9700-BA72A1BB03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6" name="Content Placeholder 5">
            <a:extLst>
              <a:ext uri="{FF2B5EF4-FFF2-40B4-BE49-F238E27FC236}">
                <a16:creationId xmlns:a16="http://schemas.microsoft.com/office/drawing/2014/main" id="{5B378975-0E8E-9767-44FC-92F9142C26B6}"/>
              </a:ext>
            </a:extLst>
          </p:cNvPr>
          <p:cNvPicPr>
            <a:picLocks noGrp="1" noChangeAspect="1"/>
          </p:cNvPicPr>
          <p:nvPr>
            <p:ph sz="half" idx="1"/>
          </p:nvPr>
        </p:nvPicPr>
        <p:blipFill>
          <a:blip r:embed="rId2"/>
          <a:stretch>
            <a:fillRect/>
          </a:stretch>
        </p:blipFill>
        <p:spPr>
          <a:xfrm>
            <a:off x="7104297" y="2837712"/>
            <a:ext cx="3604854" cy="3217333"/>
          </a:xfrm>
          <a:prstGeom prst="rect">
            <a:avLst/>
          </a:prstGeom>
        </p:spPr>
      </p:pic>
    </p:spTree>
    <p:extLst>
      <p:ext uri="{BB962C8B-B14F-4D97-AF65-F5344CB8AC3E}">
        <p14:creationId xmlns:p14="http://schemas.microsoft.com/office/powerpoint/2010/main" val="27292559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18873D23-2DCF-4B31-A009-95721C06E8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C13EF075-D4EF-4929-ADBC-91B27DA199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21" name="Group 20">
            <a:extLst>
              <a:ext uri="{FF2B5EF4-FFF2-40B4-BE49-F238E27FC236}">
                <a16:creationId xmlns:a16="http://schemas.microsoft.com/office/drawing/2014/main" id="{DAA26DFA-AAB2-4973-9C17-16D587C7B19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1863" y="508838"/>
            <a:ext cx="5217958" cy="6239661"/>
            <a:chOff x="-19221" y="251144"/>
            <a:chExt cx="5217958" cy="6239661"/>
          </a:xfrm>
        </p:grpSpPr>
        <p:sp>
          <p:nvSpPr>
            <p:cNvPr id="15" name="Freeform: Shape 14">
              <a:extLst>
                <a:ext uri="{FF2B5EF4-FFF2-40B4-BE49-F238E27FC236}">
                  <a16:creationId xmlns:a16="http://schemas.microsoft.com/office/drawing/2014/main" id="{3F407F11-7321-4BF6-8536-CCE8E34245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251144"/>
              <a:ext cx="5187198" cy="6239661"/>
            </a:xfrm>
            <a:custGeom>
              <a:avLst/>
              <a:gdLst>
                <a:gd name="connsiteX0" fmla="*/ 2011811 w 5187198"/>
                <a:gd name="connsiteY0" fmla="*/ 4 h 6239661"/>
                <a:gd name="connsiteX1" fmla="*/ 2617011 w 5187198"/>
                <a:gd name="connsiteY1" fmla="*/ 70590 h 6239661"/>
                <a:gd name="connsiteX2" fmla="*/ 2690321 w 5187198"/>
                <a:gd name="connsiteY2" fmla="*/ 88146 h 6239661"/>
                <a:gd name="connsiteX3" fmla="*/ 2726863 w 5187198"/>
                <a:gd name="connsiteY3" fmla="*/ 97127 h 6239661"/>
                <a:gd name="connsiteX4" fmla="*/ 2762951 w 5187198"/>
                <a:gd name="connsiteY4" fmla="*/ 107375 h 6239661"/>
                <a:gd name="connsiteX5" fmla="*/ 2834843 w 5187198"/>
                <a:gd name="connsiteY5" fmla="*/ 128493 h 6239661"/>
                <a:gd name="connsiteX6" fmla="*/ 2906574 w 5187198"/>
                <a:gd name="connsiteY6" fmla="*/ 151076 h 6239661"/>
                <a:gd name="connsiteX7" fmla="*/ 3049504 w 5187198"/>
                <a:gd name="connsiteY7" fmla="*/ 202124 h 6239661"/>
                <a:gd name="connsiteX8" fmla="*/ 3189518 w 5187198"/>
                <a:gd name="connsiteY8" fmla="*/ 260159 h 6239661"/>
                <a:gd name="connsiteX9" fmla="*/ 3326048 w 5187198"/>
                <a:gd name="connsiteY9" fmla="*/ 325143 h 6239661"/>
                <a:gd name="connsiteX10" fmla="*/ 3459166 w 5187198"/>
                <a:gd name="connsiteY10" fmla="*/ 395936 h 6239661"/>
                <a:gd name="connsiteX11" fmla="*/ 3588578 w 5187198"/>
                <a:gd name="connsiteY11" fmla="*/ 472343 h 6239661"/>
                <a:gd name="connsiteX12" fmla="*/ 3651864 w 5187198"/>
                <a:gd name="connsiteY12" fmla="*/ 512600 h 6239661"/>
                <a:gd name="connsiteX13" fmla="*/ 3714514 w 5187198"/>
                <a:gd name="connsiteY13" fmla="*/ 553499 h 6239661"/>
                <a:gd name="connsiteX14" fmla="*/ 4181221 w 5187198"/>
                <a:gd name="connsiteY14" fmla="*/ 922912 h 6239661"/>
                <a:gd name="connsiteX15" fmla="*/ 4582963 w 5187198"/>
                <a:gd name="connsiteY15" fmla="*/ 1358264 h 6239661"/>
                <a:gd name="connsiteX16" fmla="*/ 4670721 w 5187198"/>
                <a:gd name="connsiteY16" fmla="*/ 1477644 h 6239661"/>
                <a:gd name="connsiteX17" fmla="*/ 4752378 w 5187198"/>
                <a:gd name="connsiteY17" fmla="*/ 1601187 h 6239661"/>
                <a:gd name="connsiteX18" fmla="*/ 4772168 w 5187198"/>
                <a:gd name="connsiteY18" fmla="*/ 1632456 h 6239661"/>
                <a:gd name="connsiteX19" fmla="*/ 4782117 w 5187198"/>
                <a:gd name="connsiteY19" fmla="*/ 1648104 h 6239661"/>
                <a:gd name="connsiteX20" fmla="*/ 4791381 w 5187198"/>
                <a:gd name="connsiteY20" fmla="*/ 1664150 h 6239661"/>
                <a:gd name="connsiteX21" fmla="*/ 4828190 w 5187198"/>
                <a:gd name="connsiteY21" fmla="*/ 1728379 h 6239661"/>
                <a:gd name="connsiteX22" fmla="*/ 4864832 w 5187198"/>
                <a:gd name="connsiteY22" fmla="*/ 1792796 h 6239661"/>
                <a:gd name="connsiteX23" fmla="*/ 4899201 w 5187198"/>
                <a:gd name="connsiteY23" fmla="*/ 1858342 h 6239661"/>
                <a:gd name="connsiteX24" fmla="*/ 4933266 w 5187198"/>
                <a:gd name="connsiteY24" fmla="*/ 1924155 h 6239661"/>
                <a:gd name="connsiteX25" fmla="*/ 4964403 w 5187198"/>
                <a:gd name="connsiteY25" fmla="*/ 1991384 h 6239661"/>
                <a:gd name="connsiteX26" fmla="*/ 4995019 w 5187198"/>
                <a:gd name="connsiteY26" fmla="*/ 2058823 h 6239661"/>
                <a:gd name="connsiteX27" fmla="*/ 5021999 w 5187198"/>
                <a:gd name="connsiteY27" fmla="*/ 2127723 h 6239661"/>
                <a:gd name="connsiteX28" fmla="*/ 5048321 w 5187198"/>
                <a:gd name="connsiteY28" fmla="*/ 2196908 h 6239661"/>
                <a:gd name="connsiteX29" fmla="*/ 5070546 w 5187198"/>
                <a:gd name="connsiteY29" fmla="*/ 2267547 h 6239661"/>
                <a:gd name="connsiteX30" fmla="*/ 5092171 w 5187198"/>
                <a:gd name="connsiteY30" fmla="*/ 2338256 h 6239661"/>
                <a:gd name="connsiteX31" fmla="*/ 5110305 w 5187198"/>
                <a:gd name="connsiteY31" fmla="*/ 2409886 h 6239661"/>
                <a:gd name="connsiteX32" fmla="*/ 5186393 w 5187198"/>
                <a:gd name="connsiteY32" fmla="*/ 2992022 h 6239661"/>
                <a:gd name="connsiteX33" fmla="*/ 5149045 w 5187198"/>
                <a:gd name="connsiteY33" fmla="*/ 3571816 h 6239661"/>
                <a:gd name="connsiteX34" fmla="*/ 5126572 w 5187198"/>
                <a:gd name="connsiteY34" fmla="*/ 3714520 h 6239661"/>
                <a:gd name="connsiteX35" fmla="*/ 5099067 w 5187198"/>
                <a:gd name="connsiteY35" fmla="*/ 3856108 h 6239661"/>
                <a:gd name="connsiteX36" fmla="*/ 5095699 w 5187198"/>
                <a:gd name="connsiteY36" fmla="*/ 3873868 h 6239661"/>
                <a:gd name="connsiteX37" fmla="*/ 5091573 w 5187198"/>
                <a:gd name="connsiteY37" fmla="*/ 3891426 h 6239661"/>
                <a:gd name="connsiteX38" fmla="*/ 5083324 w 5187198"/>
                <a:gd name="connsiteY38" fmla="*/ 3926541 h 6239661"/>
                <a:gd name="connsiteX39" fmla="*/ 5067256 w 5187198"/>
                <a:gd name="connsiteY39" fmla="*/ 3996889 h 6239661"/>
                <a:gd name="connsiteX40" fmla="*/ 5059194 w 5187198"/>
                <a:gd name="connsiteY40" fmla="*/ 4032171 h 6239661"/>
                <a:gd name="connsiteX41" fmla="*/ 5049522 w 5187198"/>
                <a:gd name="connsiteY41" fmla="*/ 4067833 h 6239661"/>
                <a:gd name="connsiteX42" fmla="*/ 5040067 w 5187198"/>
                <a:gd name="connsiteY42" fmla="*/ 4103553 h 6239661"/>
                <a:gd name="connsiteX43" fmla="*/ 5028960 w 5187198"/>
                <a:gd name="connsiteY43" fmla="*/ 4138946 h 6239661"/>
                <a:gd name="connsiteX44" fmla="*/ 4917351 w 5187198"/>
                <a:gd name="connsiteY44" fmla="*/ 4417041 h 6239661"/>
                <a:gd name="connsiteX45" fmla="*/ 4756163 w 5187198"/>
                <a:gd name="connsiteY45" fmla="*/ 4676402 h 6239661"/>
                <a:gd name="connsiteX46" fmla="*/ 4322493 w 5187198"/>
                <a:gd name="connsiteY46" fmla="*/ 5105604 h 6239661"/>
                <a:gd name="connsiteX47" fmla="*/ 3840510 w 5187198"/>
                <a:gd name="connsiteY47" fmla="*/ 5429590 h 6239661"/>
                <a:gd name="connsiteX48" fmla="*/ 3606447 w 5187198"/>
                <a:gd name="connsiteY48" fmla="*/ 5572862 h 6239661"/>
                <a:gd name="connsiteX49" fmla="*/ 3488814 w 5187198"/>
                <a:gd name="connsiteY49" fmla="*/ 5647178 h 6239661"/>
                <a:gd name="connsiteX50" fmla="*/ 3365864 w 5187198"/>
                <a:gd name="connsiteY50" fmla="*/ 5722735 h 6239661"/>
                <a:gd name="connsiteX51" fmla="*/ 2839486 w 5187198"/>
                <a:gd name="connsiteY51" fmla="*/ 5999120 h 6239661"/>
                <a:gd name="connsiteX52" fmla="*/ 2242423 w 5187198"/>
                <a:gd name="connsiteY52" fmla="*/ 6192346 h 6239661"/>
                <a:gd name="connsiteX53" fmla="*/ 1589380 w 5187198"/>
                <a:gd name="connsiteY53" fmla="*/ 6230657 h 6239661"/>
                <a:gd name="connsiteX54" fmla="*/ 1548244 w 5187198"/>
                <a:gd name="connsiteY54" fmla="*/ 6226706 h 6239661"/>
                <a:gd name="connsiteX55" fmla="*/ 1507348 w 5187198"/>
                <a:gd name="connsiteY55" fmla="*/ 6221428 h 6239661"/>
                <a:gd name="connsiteX56" fmla="*/ 1466401 w 5187198"/>
                <a:gd name="connsiteY56" fmla="*/ 6215904 h 6239661"/>
                <a:gd name="connsiteX57" fmla="*/ 1425773 w 5187198"/>
                <a:gd name="connsiteY57" fmla="*/ 6209191 h 6239661"/>
                <a:gd name="connsiteX58" fmla="*/ 1344960 w 5187198"/>
                <a:gd name="connsiteY58" fmla="*/ 6193681 h 6239661"/>
                <a:gd name="connsiteX59" fmla="*/ 1265007 w 5187198"/>
                <a:gd name="connsiteY59" fmla="*/ 6175388 h 6239661"/>
                <a:gd name="connsiteX60" fmla="*/ 1225415 w 5187198"/>
                <a:gd name="connsiteY60" fmla="*/ 6165243 h 6239661"/>
                <a:gd name="connsiteX61" fmla="*/ 1186567 w 5187198"/>
                <a:gd name="connsiteY61" fmla="*/ 6154486 h 6239661"/>
                <a:gd name="connsiteX62" fmla="*/ 1111158 w 5187198"/>
                <a:gd name="connsiteY62" fmla="*/ 6130918 h 6239661"/>
                <a:gd name="connsiteX63" fmla="*/ 1035915 w 5187198"/>
                <a:gd name="connsiteY63" fmla="*/ 6107163 h 6239661"/>
                <a:gd name="connsiteX64" fmla="*/ 961579 w 5187198"/>
                <a:gd name="connsiteY64" fmla="*/ 6079594 h 6239661"/>
                <a:gd name="connsiteX65" fmla="*/ 395297 w 5187198"/>
                <a:gd name="connsiteY65" fmla="*/ 5792812 h 6239661"/>
                <a:gd name="connsiteX66" fmla="*/ 265239 w 5187198"/>
                <a:gd name="connsiteY66" fmla="*/ 5701511 h 6239661"/>
                <a:gd name="connsiteX67" fmla="*/ 233756 w 5187198"/>
                <a:gd name="connsiteY67" fmla="*/ 5677542 h 6239661"/>
                <a:gd name="connsiteX68" fmla="*/ 202800 w 5187198"/>
                <a:gd name="connsiteY68" fmla="*/ 5652902 h 6239661"/>
                <a:gd name="connsiteX69" fmla="*/ 140918 w 5187198"/>
                <a:gd name="connsiteY69" fmla="*/ 5603515 h 6239661"/>
                <a:gd name="connsiteX70" fmla="*/ 110625 w 5187198"/>
                <a:gd name="connsiteY70" fmla="*/ 5578127 h 6239661"/>
                <a:gd name="connsiteX71" fmla="*/ 95631 w 5187198"/>
                <a:gd name="connsiteY71" fmla="*/ 5565299 h 6239661"/>
                <a:gd name="connsiteX72" fmla="*/ 81966 w 5187198"/>
                <a:gd name="connsiteY72" fmla="*/ 5550973 h 6239661"/>
                <a:gd name="connsiteX73" fmla="*/ 27991 w 5187198"/>
                <a:gd name="connsiteY73" fmla="*/ 5493272 h 6239661"/>
                <a:gd name="connsiteX74" fmla="*/ 1454 w 5187198"/>
                <a:gd name="connsiteY74" fmla="*/ 5464252 h 6239661"/>
                <a:gd name="connsiteX75" fmla="*/ 0 w 5187198"/>
                <a:gd name="connsiteY75" fmla="*/ 5462518 h 6239661"/>
                <a:gd name="connsiteX76" fmla="*/ 0 w 5187198"/>
                <a:gd name="connsiteY76" fmla="*/ 4720187 h 6239661"/>
                <a:gd name="connsiteX77" fmla="*/ 109684 w 5187198"/>
                <a:gd name="connsiteY77" fmla="*/ 4836724 h 6239661"/>
                <a:gd name="connsiteX78" fmla="*/ 306959 w 5187198"/>
                <a:gd name="connsiteY78" fmla="*/ 5007200 h 6239661"/>
                <a:gd name="connsiteX79" fmla="*/ 358101 w 5187198"/>
                <a:gd name="connsiteY79" fmla="*/ 5046057 h 6239661"/>
                <a:gd name="connsiteX80" fmla="*/ 383328 w 5187198"/>
                <a:gd name="connsiteY80" fmla="*/ 5065684 h 6239661"/>
                <a:gd name="connsiteX81" fmla="*/ 409503 w 5187198"/>
                <a:gd name="connsiteY81" fmla="*/ 5083942 h 6239661"/>
                <a:gd name="connsiteX82" fmla="*/ 461889 w 5187198"/>
                <a:gd name="connsiteY82" fmla="*/ 5119888 h 6239661"/>
                <a:gd name="connsiteX83" fmla="*/ 474883 w 5187198"/>
                <a:gd name="connsiteY83" fmla="*/ 5128933 h 6239661"/>
                <a:gd name="connsiteX84" fmla="*/ 486410 w 5187198"/>
                <a:gd name="connsiteY84" fmla="*/ 5139557 h 6239661"/>
                <a:gd name="connsiteX85" fmla="*/ 510852 w 5187198"/>
                <a:gd name="connsiteY85" fmla="*/ 5159089 h 6239661"/>
                <a:gd name="connsiteX86" fmla="*/ 560653 w 5187198"/>
                <a:gd name="connsiteY86" fmla="*/ 5196893 h 6239661"/>
                <a:gd name="connsiteX87" fmla="*/ 585485 w 5187198"/>
                <a:gd name="connsiteY87" fmla="*/ 5215834 h 6239661"/>
                <a:gd name="connsiteX88" fmla="*/ 610707 w 5187198"/>
                <a:gd name="connsiteY88" fmla="*/ 5234185 h 6239661"/>
                <a:gd name="connsiteX89" fmla="*/ 714768 w 5187198"/>
                <a:gd name="connsiteY89" fmla="*/ 5303103 h 6239661"/>
                <a:gd name="connsiteX90" fmla="*/ 1166634 w 5187198"/>
                <a:gd name="connsiteY90" fmla="*/ 5513322 h 6239661"/>
                <a:gd name="connsiteX91" fmla="*/ 1225991 w 5187198"/>
                <a:gd name="connsiteY91" fmla="*/ 5533632 h 6239661"/>
                <a:gd name="connsiteX92" fmla="*/ 1286680 w 5187198"/>
                <a:gd name="connsiteY92" fmla="*/ 5550705 h 6239661"/>
                <a:gd name="connsiteX93" fmla="*/ 1347310 w 5187198"/>
                <a:gd name="connsiteY93" fmla="*/ 5567995 h 6239661"/>
                <a:gd name="connsiteX94" fmla="*/ 1377002 w 5187198"/>
                <a:gd name="connsiteY94" fmla="*/ 5575719 h 6239661"/>
                <a:gd name="connsiteX95" fmla="*/ 1406328 w 5187198"/>
                <a:gd name="connsiteY95" fmla="*/ 5582649 h 6239661"/>
                <a:gd name="connsiteX96" fmla="*/ 1465060 w 5187198"/>
                <a:gd name="connsiteY96" fmla="*/ 5594909 h 6239661"/>
                <a:gd name="connsiteX97" fmla="*/ 1523881 w 5187198"/>
                <a:gd name="connsiteY97" fmla="*/ 5605105 h 6239661"/>
                <a:gd name="connsiteX98" fmla="*/ 1553325 w 5187198"/>
                <a:gd name="connsiteY98" fmla="*/ 5609865 h 6239661"/>
                <a:gd name="connsiteX99" fmla="*/ 1582813 w 5187198"/>
                <a:gd name="connsiteY99" fmla="*/ 5613593 h 6239661"/>
                <a:gd name="connsiteX100" fmla="*/ 1612301 w 5187198"/>
                <a:gd name="connsiteY100" fmla="*/ 5617321 h 6239661"/>
                <a:gd name="connsiteX101" fmla="*/ 1641863 w 5187198"/>
                <a:gd name="connsiteY101" fmla="*/ 5619910 h 6239661"/>
                <a:gd name="connsiteX102" fmla="*/ 2117508 w 5187198"/>
                <a:gd name="connsiteY102" fmla="*/ 5595156 h 6239661"/>
                <a:gd name="connsiteX103" fmla="*/ 2597368 w 5187198"/>
                <a:gd name="connsiteY103" fmla="*/ 5447381 h 6239661"/>
                <a:gd name="connsiteX104" fmla="*/ 3082968 w 5187198"/>
                <a:gd name="connsiteY104" fmla="*/ 5223245 h 6239661"/>
                <a:gd name="connsiteX105" fmla="*/ 3334855 w 5187198"/>
                <a:gd name="connsiteY105" fmla="*/ 5097383 h 6239661"/>
                <a:gd name="connsiteX106" fmla="*/ 3599509 w 5187198"/>
                <a:gd name="connsiteY106" fmla="*/ 4976217 h 6239661"/>
                <a:gd name="connsiteX107" fmla="*/ 4112002 w 5187198"/>
                <a:gd name="connsiteY107" fmla="*/ 4766359 h 6239661"/>
                <a:gd name="connsiteX108" fmla="*/ 4348983 w 5187198"/>
                <a:gd name="connsiteY108" fmla="*/ 4649833 h 6239661"/>
                <a:gd name="connsiteX109" fmla="*/ 4560505 w 5187198"/>
                <a:gd name="connsiteY109" fmla="*/ 4501564 h 6239661"/>
                <a:gd name="connsiteX110" fmla="*/ 4731963 w 5187198"/>
                <a:gd name="connsiteY110" fmla="*/ 4309870 h 6239661"/>
                <a:gd name="connsiteX111" fmla="*/ 4852344 w 5187198"/>
                <a:gd name="connsiteY111" fmla="*/ 4078640 h 6239661"/>
                <a:gd name="connsiteX112" fmla="*/ 4863972 w 5187198"/>
                <a:gd name="connsiteY112" fmla="*/ 4047790 h 6239661"/>
                <a:gd name="connsiteX113" fmla="*/ 4874144 w 5187198"/>
                <a:gd name="connsiteY113" fmla="*/ 4016320 h 6239661"/>
                <a:gd name="connsiteX114" fmla="*/ 4884127 w 5187198"/>
                <a:gd name="connsiteY114" fmla="*/ 3984682 h 6239661"/>
                <a:gd name="connsiteX115" fmla="*/ 4892800 w 5187198"/>
                <a:gd name="connsiteY115" fmla="*/ 3951883 h 6239661"/>
                <a:gd name="connsiteX116" fmla="*/ 4909526 w 5187198"/>
                <a:gd name="connsiteY116" fmla="*/ 3886001 h 6239661"/>
                <a:gd name="connsiteX117" fmla="*/ 4917687 w 5187198"/>
                <a:gd name="connsiteY117" fmla="*/ 3852948 h 6239661"/>
                <a:gd name="connsiteX118" fmla="*/ 4921768 w 5187198"/>
                <a:gd name="connsiteY118" fmla="*/ 3836422 h 6239661"/>
                <a:gd name="connsiteX119" fmla="*/ 4924845 w 5187198"/>
                <a:gd name="connsiteY119" fmla="*/ 3819742 h 6239661"/>
                <a:gd name="connsiteX120" fmla="*/ 4948230 w 5187198"/>
                <a:gd name="connsiteY120" fmla="*/ 3685744 h 6239661"/>
                <a:gd name="connsiteX121" fmla="*/ 4962782 w 5187198"/>
                <a:gd name="connsiteY121" fmla="*/ 3550540 h 6239661"/>
                <a:gd name="connsiteX122" fmla="*/ 4939468 w 5187198"/>
                <a:gd name="connsiteY122" fmla="*/ 3010249 h 6239661"/>
                <a:gd name="connsiteX123" fmla="*/ 4816901 w 5187198"/>
                <a:gd name="connsiteY123" fmla="*/ 2488224 h 6239661"/>
                <a:gd name="connsiteX124" fmla="*/ 4797005 w 5187198"/>
                <a:gd name="connsiteY124" fmla="*/ 2424470 h 6239661"/>
                <a:gd name="connsiteX125" fmla="*/ 4774433 w 5187198"/>
                <a:gd name="connsiteY125" fmla="*/ 2361620 h 6239661"/>
                <a:gd name="connsiteX126" fmla="*/ 4752459 w 5187198"/>
                <a:gd name="connsiteY126" fmla="*/ 2298700 h 6239661"/>
                <a:gd name="connsiteX127" fmla="*/ 4728083 w 5187198"/>
                <a:gd name="connsiteY127" fmla="*/ 2236526 h 6239661"/>
                <a:gd name="connsiteX128" fmla="*/ 4704471 w 5187198"/>
                <a:gd name="connsiteY128" fmla="*/ 2174095 h 6239661"/>
                <a:gd name="connsiteX129" fmla="*/ 4678399 w 5187198"/>
                <a:gd name="connsiteY129" fmla="*/ 2112626 h 6239661"/>
                <a:gd name="connsiteX130" fmla="*/ 4652601 w 5187198"/>
                <a:gd name="connsiteY130" fmla="*/ 2050999 h 6239661"/>
                <a:gd name="connsiteX131" fmla="*/ 4624205 w 5187198"/>
                <a:gd name="connsiteY131" fmla="*/ 1990415 h 6239661"/>
                <a:gd name="connsiteX132" fmla="*/ 4595398 w 5187198"/>
                <a:gd name="connsiteY132" fmla="*/ 1930069 h 6239661"/>
                <a:gd name="connsiteX133" fmla="*/ 4563827 w 5187198"/>
                <a:gd name="connsiteY133" fmla="*/ 1870952 h 6239661"/>
                <a:gd name="connsiteX134" fmla="*/ 4531433 w 5187198"/>
                <a:gd name="connsiteY134" fmla="*/ 1812311 h 6239661"/>
                <a:gd name="connsiteX135" fmla="*/ 4523315 w 5187198"/>
                <a:gd name="connsiteY135" fmla="*/ 1797616 h 6239661"/>
                <a:gd name="connsiteX136" fmla="*/ 4514482 w 5187198"/>
                <a:gd name="connsiteY136" fmla="*/ 1783425 h 6239661"/>
                <a:gd name="connsiteX137" fmla="*/ 4496845 w 5187198"/>
                <a:gd name="connsiteY137" fmla="*/ 1754936 h 6239661"/>
                <a:gd name="connsiteX138" fmla="*/ 4461463 w 5187198"/>
                <a:gd name="connsiteY138" fmla="*/ 1697929 h 6239661"/>
                <a:gd name="connsiteX139" fmla="*/ 4452660 w 5187198"/>
                <a:gd name="connsiteY139" fmla="*/ 1683629 h 6239661"/>
                <a:gd name="connsiteX140" fmla="*/ 4443141 w 5187198"/>
                <a:gd name="connsiteY140" fmla="*/ 1669834 h 6239661"/>
                <a:gd name="connsiteX141" fmla="*/ 4424241 w 5187198"/>
                <a:gd name="connsiteY141" fmla="*/ 1642166 h 6239661"/>
                <a:gd name="connsiteX142" fmla="*/ 4346886 w 5187198"/>
                <a:gd name="connsiteY142" fmla="*/ 1532412 h 6239661"/>
                <a:gd name="connsiteX143" fmla="*/ 3985497 w 5187198"/>
                <a:gd name="connsiteY143" fmla="*/ 1134649 h 6239661"/>
                <a:gd name="connsiteX144" fmla="*/ 3545665 w 5187198"/>
                <a:gd name="connsiteY144" fmla="*/ 825877 h 6239661"/>
                <a:gd name="connsiteX145" fmla="*/ 3486190 w 5187198"/>
                <a:gd name="connsiteY145" fmla="*/ 794756 h 6239661"/>
                <a:gd name="connsiteX146" fmla="*/ 3426182 w 5187198"/>
                <a:gd name="connsiteY146" fmla="*/ 764765 h 6239661"/>
                <a:gd name="connsiteX147" fmla="*/ 3365044 w 5187198"/>
                <a:gd name="connsiteY147" fmla="*/ 737255 h 6239661"/>
                <a:gd name="connsiteX148" fmla="*/ 3334529 w 5187198"/>
                <a:gd name="connsiteY148" fmla="*/ 723514 h 6239661"/>
                <a:gd name="connsiteX149" fmla="*/ 3303733 w 5187198"/>
                <a:gd name="connsiteY149" fmla="*/ 710395 h 6239661"/>
                <a:gd name="connsiteX150" fmla="*/ 3179033 w 5187198"/>
                <a:gd name="connsiteY150" fmla="*/ 662259 h 6239661"/>
                <a:gd name="connsiteX151" fmla="*/ 3052408 w 5187198"/>
                <a:gd name="connsiteY151" fmla="*/ 620447 h 6239661"/>
                <a:gd name="connsiteX152" fmla="*/ 2924325 w 5187198"/>
                <a:gd name="connsiteY152" fmla="*/ 584505 h 6239661"/>
                <a:gd name="connsiteX153" fmla="*/ 2859667 w 5187198"/>
                <a:gd name="connsiteY153" fmla="*/ 569266 h 6239661"/>
                <a:gd name="connsiteX154" fmla="*/ 2795226 w 5187198"/>
                <a:gd name="connsiteY154" fmla="*/ 554085 h 6239661"/>
                <a:gd name="connsiteX155" fmla="*/ 2729702 w 5187198"/>
                <a:gd name="connsiteY155" fmla="*/ 540354 h 6239661"/>
                <a:gd name="connsiteX156" fmla="*/ 2663758 w 5187198"/>
                <a:gd name="connsiteY156" fmla="*/ 527322 h 6239661"/>
                <a:gd name="connsiteX157" fmla="*/ 2630927 w 5187198"/>
                <a:gd name="connsiteY157" fmla="*/ 520495 h 6239661"/>
                <a:gd name="connsiteX158" fmla="*/ 2597965 w 5187198"/>
                <a:gd name="connsiteY158" fmla="*/ 515024 h 6239661"/>
                <a:gd name="connsiteX159" fmla="*/ 2532205 w 5187198"/>
                <a:gd name="connsiteY159" fmla="*/ 503895 h 6239661"/>
                <a:gd name="connsiteX160" fmla="*/ 2010064 w 5187198"/>
                <a:gd name="connsiteY160" fmla="*/ 452552 h 6239661"/>
                <a:gd name="connsiteX161" fmla="*/ 1494552 w 5187198"/>
                <a:gd name="connsiteY161" fmla="*/ 485055 h 6239661"/>
                <a:gd name="connsiteX162" fmla="*/ 1366896 w 5187198"/>
                <a:gd name="connsiteY162" fmla="*/ 509389 h 6239661"/>
                <a:gd name="connsiteX163" fmla="*/ 1240175 w 5187198"/>
                <a:gd name="connsiteY163" fmla="*/ 541045 h 6239661"/>
                <a:gd name="connsiteX164" fmla="*/ 1177438 w 5187198"/>
                <a:gd name="connsiteY164" fmla="*/ 560170 h 6239661"/>
                <a:gd name="connsiteX165" fmla="*/ 1145987 w 5187198"/>
                <a:gd name="connsiteY165" fmla="*/ 569826 h 6239661"/>
                <a:gd name="connsiteX166" fmla="*/ 1130315 w 5187198"/>
                <a:gd name="connsiteY166" fmla="*/ 574669 h 6239661"/>
                <a:gd name="connsiteX167" fmla="*/ 1114873 w 5187198"/>
                <a:gd name="connsiteY167" fmla="*/ 580384 h 6239661"/>
                <a:gd name="connsiteX168" fmla="*/ 1052839 w 5187198"/>
                <a:gd name="connsiteY168" fmla="*/ 602943 h 6239661"/>
                <a:gd name="connsiteX169" fmla="*/ 991135 w 5187198"/>
                <a:gd name="connsiteY169" fmla="*/ 626866 h 6239661"/>
                <a:gd name="connsiteX170" fmla="*/ 930179 w 5187198"/>
                <a:gd name="connsiteY170" fmla="*/ 653191 h 6239661"/>
                <a:gd name="connsiteX171" fmla="*/ 869768 w 5187198"/>
                <a:gd name="connsiteY171" fmla="*/ 680937 h 6239661"/>
                <a:gd name="connsiteX172" fmla="*/ 810085 w 5187198"/>
                <a:gd name="connsiteY172" fmla="*/ 710734 h 6239661"/>
                <a:gd name="connsiteX173" fmla="*/ 751220 w 5187198"/>
                <a:gd name="connsiteY173" fmla="*/ 741794 h 6239661"/>
                <a:gd name="connsiteX174" fmla="*/ 532669 w 5187198"/>
                <a:gd name="connsiteY174" fmla="*/ 881688 h 6239661"/>
                <a:gd name="connsiteX175" fmla="*/ 354185 w 5187198"/>
                <a:gd name="connsiteY175" fmla="*/ 1050286 h 6239661"/>
                <a:gd name="connsiteX176" fmla="*/ 315980 w 5187198"/>
                <a:gd name="connsiteY176" fmla="*/ 1098125 h 6239661"/>
                <a:gd name="connsiteX177" fmla="*/ 280345 w 5187198"/>
                <a:gd name="connsiteY177" fmla="*/ 1149782 h 6239661"/>
                <a:gd name="connsiteX178" fmla="*/ 245890 w 5187198"/>
                <a:gd name="connsiteY178" fmla="*/ 1203959 h 6239661"/>
                <a:gd name="connsiteX179" fmla="*/ 212162 w 5187198"/>
                <a:gd name="connsiteY179" fmla="*/ 1260184 h 6239661"/>
                <a:gd name="connsiteX180" fmla="*/ 80716 w 5187198"/>
                <a:gd name="connsiteY180" fmla="*/ 1502476 h 6239661"/>
                <a:gd name="connsiteX181" fmla="*/ 0 w 5187198"/>
                <a:gd name="connsiteY181" fmla="*/ 1648841 h 6239661"/>
                <a:gd name="connsiteX182" fmla="*/ 0 w 5187198"/>
                <a:gd name="connsiteY182" fmla="*/ 954863 h 6239661"/>
                <a:gd name="connsiteX183" fmla="*/ 43491 w 5187198"/>
                <a:gd name="connsiteY183" fmla="*/ 895513 h 6239661"/>
                <a:gd name="connsiteX184" fmla="*/ 93923 w 5187198"/>
                <a:gd name="connsiteY184" fmla="*/ 834489 h 6239661"/>
                <a:gd name="connsiteX185" fmla="*/ 323465 w 5187198"/>
                <a:gd name="connsiteY185" fmla="*/ 617671 h 6239661"/>
                <a:gd name="connsiteX186" fmla="*/ 574777 w 5187198"/>
                <a:gd name="connsiteY186" fmla="*/ 446794 h 6239661"/>
                <a:gd name="connsiteX187" fmla="*/ 638943 w 5187198"/>
                <a:gd name="connsiteY187" fmla="*/ 408925 h 6239661"/>
                <a:gd name="connsiteX188" fmla="*/ 703505 w 5187198"/>
                <a:gd name="connsiteY188" fmla="*/ 371742 h 6239661"/>
                <a:gd name="connsiteX189" fmla="*/ 769262 w 5187198"/>
                <a:gd name="connsiteY189" fmla="*/ 336154 h 6239661"/>
                <a:gd name="connsiteX190" fmla="*/ 835552 w 5187198"/>
                <a:gd name="connsiteY190" fmla="*/ 301173 h 6239661"/>
                <a:gd name="connsiteX191" fmla="*/ 902979 w 5187198"/>
                <a:gd name="connsiteY191" fmla="*/ 268004 h 6239661"/>
                <a:gd name="connsiteX192" fmla="*/ 971127 w 5187198"/>
                <a:gd name="connsiteY192" fmla="*/ 235607 h 6239661"/>
                <a:gd name="connsiteX193" fmla="*/ 988238 w 5187198"/>
                <a:gd name="connsiteY193" fmla="*/ 227556 h 6239661"/>
                <a:gd name="connsiteX194" fmla="*/ 1005744 w 5187198"/>
                <a:gd name="connsiteY194" fmla="*/ 220191 h 6239661"/>
                <a:gd name="connsiteX195" fmla="*/ 1040729 w 5187198"/>
                <a:gd name="connsiteY195" fmla="*/ 205569 h 6239661"/>
                <a:gd name="connsiteX196" fmla="*/ 1110835 w 5187198"/>
                <a:gd name="connsiteY196" fmla="*/ 176248 h 6239661"/>
                <a:gd name="connsiteX197" fmla="*/ 1254256 w 5187198"/>
                <a:gd name="connsiteY197" fmla="*/ 123796 h 6239661"/>
                <a:gd name="connsiteX198" fmla="*/ 1401310 w 5187198"/>
                <a:gd name="connsiteY198" fmla="*/ 79852 h 6239661"/>
                <a:gd name="connsiteX199" fmla="*/ 2011811 w 5187198"/>
                <a:gd name="connsiteY199" fmla="*/ 4 h 6239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5187198" h="6239661">
                  <a:moveTo>
                    <a:pt x="2011811" y="4"/>
                  </a:moveTo>
                  <a:cubicBezTo>
                    <a:pt x="2217306" y="120"/>
                    <a:pt x="2420903" y="25925"/>
                    <a:pt x="2617011" y="70590"/>
                  </a:cubicBezTo>
                  <a:lnTo>
                    <a:pt x="2690321" y="88146"/>
                  </a:lnTo>
                  <a:lnTo>
                    <a:pt x="2726863" y="97127"/>
                  </a:lnTo>
                  <a:lnTo>
                    <a:pt x="2762951" y="107375"/>
                  </a:lnTo>
                  <a:lnTo>
                    <a:pt x="2834843" y="128493"/>
                  </a:lnTo>
                  <a:cubicBezTo>
                    <a:pt x="2858788" y="135605"/>
                    <a:pt x="2882632" y="142226"/>
                    <a:pt x="2906574" y="151076"/>
                  </a:cubicBezTo>
                  <a:cubicBezTo>
                    <a:pt x="2954475" y="167852"/>
                    <a:pt x="3002363" y="183813"/>
                    <a:pt x="3049504" y="202124"/>
                  </a:cubicBezTo>
                  <a:lnTo>
                    <a:pt x="3189518" y="260159"/>
                  </a:lnTo>
                  <a:lnTo>
                    <a:pt x="3326048" y="325143"/>
                  </a:lnTo>
                  <a:cubicBezTo>
                    <a:pt x="3370687" y="348464"/>
                    <a:pt x="3414908" y="372485"/>
                    <a:pt x="3459166" y="395936"/>
                  </a:cubicBezTo>
                  <a:cubicBezTo>
                    <a:pt x="3502947" y="420302"/>
                    <a:pt x="3545491" y="447118"/>
                    <a:pt x="3588578" y="472343"/>
                  </a:cubicBezTo>
                  <a:cubicBezTo>
                    <a:pt x="3610346" y="484551"/>
                    <a:pt x="3630797" y="499072"/>
                    <a:pt x="3651864" y="512600"/>
                  </a:cubicBezTo>
                  <a:lnTo>
                    <a:pt x="3714514" y="553499"/>
                  </a:lnTo>
                  <a:cubicBezTo>
                    <a:pt x="3880005" y="664844"/>
                    <a:pt x="4036083" y="788388"/>
                    <a:pt x="4181221" y="922912"/>
                  </a:cubicBezTo>
                  <a:cubicBezTo>
                    <a:pt x="4326221" y="1057515"/>
                    <a:pt x="4461955" y="1202038"/>
                    <a:pt x="4582963" y="1358264"/>
                  </a:cubicBezTo>
                  <a:cubicBezTo>
                    <a:pt x="4614206" y="1396543"/>
                    <a:pt x="4642091" y="1437400"/>
                    <a:pt x="4670721" y="1477644"/>
                  </a:cubicBezTo>
                  <a:cubicBezTo>
                    <a:pt x="4700172" y="1517414"/>
                    <a:pt x="4725864" y="1559538"/>
                    <a:pt x="4752378" y="1601187"/>
                  </a:cubicBezTo>
                  <a:lnTo>
                    <a:pt x="4772168" y="1632456"/>
                  </a:lnTo>
                  <a:lnTo>
                    <a:pt x="4782117" y="1648104"/>
                  </a:lnTo>
                  <a:lnTo>
                    <a:pt x="4791381" y="1664150"/>
                  </a:lnTo>
                  <a:lnTo>
                    <a:pt x="4828190" y="1728379"/>
                  </a:lnTo>
                  <a:cubicBezTo>
                    <a:pt x="4840266" y="1749930"/>
                    <a:pt x="4853470" y="1770740"/>
                    <a:pt x="4864832" y="1792796"/>
                  </a:cubicBezTo>
                  <a:lnTo>
                    <a:pt x="4899201" y="1858342"/>
                  </a:lnTo>
                  <a:cubicBezTo>
                    <a:pt x="4910484" y="1880260"/>
                    <a:pt x="4922532" y="1901920"/>
                    <a:pt x="4933266" y="1924155"/>
                  </a:cubicBezTo>
                  <a:lnTo>
                    <a:pt x="4964403" y="1991384"/>
                  </a:lnTo>
                  <a:cubicBezTo>
                    <a:pt x="4974618" y="2013829"/>
                    <a:pt x="4985323" y="2036171"/>
                    <a:pt x="4995019" y="2058823"/>
                  </a:cubicBezTo>
                  <a:lnTo>
                    <a:pt x="5021999" y="2127723"/>
                  </a:lnTo>
                  <a:lnTo>
                    <a:pt x="5048321" y="2196908"/>
                  </a:lnTo>
                  <a:lnTo>
                    <a:pt x="5070546" y="2267547"/>
                  </a:lnTo>
                  <a:cubicBezTo>
                    <a:pt x="5078054" y="2291004"/>
                    <a:pt x="5085044" y="2314670"/>
                    <a:pt x="5092171" y="2338256"/>
                  </a:cubicBezTo>
                  <a:cubicBezTo>
                    <a:pt x="5098670" y="2362023"/>
                    <a:pt x="5104296" y="2386019"/>
                    <a:pt x="5110305" y="2409886"/>
                  </a:cubicBezTo>
                  <a:cubicBezTo>
                    <a:pt x="5158097" y="2600976"/>
                    <a:pt x="5182068" y="2797044"/>
                    <a:pt x="5186393" y="2992022"/>
                  </a:cubicBezTo>
                  <a:cubicBezTo>
                    <a:pt x="5191013" y="3187195"/>
                    <a:pt x="5175397" y="3380886"/>
                    <a:pt x="5149045" y="3571816"/>
                  </a:cubicBezTo>
                  <a:cubicBezTo>
                    <a:pt x="5141154" y="3619431"/>
                    <a:pt x="5133539" y="3666889"/>
                    <a:pt x="5126572" y="3714520"/>
                  </a:cubicBezTo>
                  <a:cubicBezTo>
                    <a:pt x="5117276" y="3761759"/>
                    <a:pt x="5107793" y="3808831"/>
                    <a:pt x="5099067" y="3856108"/>
                  </a:cubicBezTo>
                  <a:lnTo>
                    <a:pt x="5095699" y="3873868"/>
                  </a:lnTo>
                  <a:lnTo>
                    <a:pt x="5091573" y="3891426"/>
                  </a:lnTo>
                  <a:lnTo>
                    <a:pt x="5083324" y="3926541"/>
                  </a:lnTo>
                  <a:lnTo>
                    <a:pt x="5067256" y="3996889"/>
                  </a:lnTo>
                  <a:cubicBezTo>
                    <a:pt x="5064451" y="4008657"/>
                    <a:pt x="5062244" y="4020353"/>
                    <a:pt x="5059194" y="4032171"/>
                  </a:cubicBezTo>
                  <a:lnTo>
                    <a:pt x="5049522" y="4067833"/>
                  </a:lnTo>
                  <a:lnTo>
                    <a:pt x="5040067" y="4103553"/>
                  </a:lnTo>
                  <a:cubicBezTo>
                    <a:pt x="5036554" y="4115363"/>
                    <a:pt x="5032689" y="4127194"/>
                    <a:pt x="5028960" y="4138946"/>
                  </a:cubicBezTo>
                  <a:cubicBezTo>
                    <a:pt x="4999693" y="4233462"/>
                    <a:pt x="4962869" y="4326764"/>
                    <a:pt x="4917351" y="4417041"/>
                  </a:cubicBezTo>
                  <a:cubicBezTo>
                    <a:pt x="4871860" y="4507209"/>
                    <a:pt x="4817597" y="4594215"/>
                    <a:pt x="4756163" y="4676402"/>
                  </a:cubicBezTo>
                  <a:cubicBezTo>
                    <a:pt x="4632803" y="4840875"/>
                    <a:pt x="4480597" y="4982783"/>
                    <a:pt x="4322493" y="5105604"/>
                  </a:cubicBezTo>
                  <a:cubicBezTo>
                    <a:pt x="4163928" y="5228420"/>
                    <a:pt x="3999564" y="5332640"/>
                    <a:pt x="3840510" y="5429590"/>
                  </a:cubicBezTo>
                  <a:cubicBezTo>
                    <a:pt x="3760954" y="5478172"/>
                    <a:pt x="3682353" y="5524924"/>
                    <a:pt x="3606447" y="5572862"/>
                  </a:cubicBezTo>
                  <a:lnTo>
                    <a:pt x="3488814" y="5647178"/>
                  </a:lnTo>
                  <a:cubicBezTo>
                    <a:pt x="3448270" y="5672597"/>
                    <a:pt x="3407323" y="5697792"/>
                    <a:pt x="3365864" y="5722735"/>
                  </a:cubicBezTo>
                  <a:cubicBezTo>
                    <a:pt x="3200163" y="5822424"/>
                    <a:pt x="3026125" y="5917328"/>
                    <a:pt x="2839486" y="5999120"/>
                  </a:cubicBezTo>
                  <a:cubicBezTo>
                    <a:pt x="2653201" y="6080891"/>
                    <a:pt x="2453560" y="6149344"/>
                    <a:pt x="2242423" y="6192346"/>
                  </a:cubicBezTo>
                  <a:cubicBezTo>
                    <a:pt x="2031719" y="6235463"/>
                    <a:pt x="1808952" y="6251353"/>
                    <a:pt x="1589380" y="6230657"/>
                  </a:cubicBezTo>
                  <a:lnTo>
                    <a:pt x="1548244" y="6226706"/>
                  </a:lnTo>
                  <a:cubicBezTo>
                    <a:pt x="1534528" y="6225117"/>
                    <a:pt x="1520898" y="6223203"/>
                    <a:pt x="1507348" y="6221428"/>
                  </a:cubicBezTo>
                  <a:lnTo>
                    <a:pt x="1466401" y="6215904"/>
                  </a:lnTo>
                  <a:cubicBezTo>
                    <a:pt x="1452772" y="6213991"/>
                    <a:pt x="1439316" y="6211428"/>
                    <a:pt x="1425773" y="6209191"/>
                  </a:cubicBezTo>
                  <a:cubicBezTo>
                    <a:pt x="1398775" y="6204391"/>
                    <a:pt x="1371610" y="6199779"/>
                    <a:pt x="1344960" y="6193681"/>
                  </a:cubicBezTo>
                  <a:cubicBezTo>
                    <a:pt x="1318251" y="6187799"/>
                    <a:pt x="1291260" y="6182538"/>
                    <a:pt x="1265007" y="6175388"/>
                  </a:cubicBezTo>
                  <a:lnTo>
                    <a:pt x="1225415" y="6165243"/>
                  </a:lnTo>
                  <a:cubicBezTo>
                    <a:pt x="1212163" y="6161924"/>
                    <a:pt x="1198939" y="6158496"/>
                    <a:pt x="1186567" y="6154486"/>
                  </a:cubicBezTo>
                  <a:lnTo>
                    <a:pt x="1111158" y="6130918"/>
                  </a:lnTo>
                  <a:lnTo>
                    <a:pt x="1035915" y="6107163"/>
                  </a:lnTo>
                  <a:cubicBezTo>
                    <a:pt x="1010846" y="6099055"/>
                    <a:pt x="986357" y="6088784"/>
                    <a:pt x="961579" y="6079594"/>
                  </a:cubicBezTo>
                  <a:cubicBezTo>
                    <a:pt x="763709" y="6005594"/>
                    <a:pt x="572401" y="5909703"/>
                    <a:pt x="395297" y="5792812"/>
                  </a:cubicBezTo>
                  <a:lnTo>
                    <a:pt x="265239" y="5701511"/>
                  </a:lnTo>
                  <a:cubicBezTo>
                    <a:pt x="254227" y="5694155"/>
                    <a:pt x="244103" y="5685646"/>
                    <a:pt x="233756" y="5677542"/>
                  </a:cubicBezTo>
                  <a:lnTo>
                    <a:pt x="202800" y="5652902"/>
                  </a:lnTo>
                  <a:lnTo>
                    <a:pt x="140918" y="5603515"/>
                  </a:lnTo>
                  <a:cubicBezTo>
                    <a:pt x="130598" y="5595302"/>
                    <a:pt x="120280" y="5587089"/>
                    <a:pt x="110625" y="5578127"/>
                  </a:cubicBezTo>
                  <a:cubicBezTo>
                    <a:pt x="105647" y="5573779"/>
                    <a:pt x="100444" y="5569834"/>
                    <a:pt x="95631" y="5565299"/>
                  </a:cubicBezTo>
                  <a:cubicBezTo>
                    <a:pt x="90955" y="5560684"/>
                    <a:pt x="86505" y="5555666"/>
                    <a:pt x="81966" y="5550973"/>
                  </a:cubicBezTo>
                  <a:lnTo>
                    <a:pt x="27991" y="5493272"/>
                  </a:lnTo>
                  <a:cubicBezTo>
                    <a:pt x="19109" y="5483589"/>
                    <a:pt x="9758" y="5474359"/>
                    <a:pt x="1454" y="5464252"/>
                  </a:cubicBezTo>
                  <a:lnTo>
                    <a:pt x="0" y="5462518"/>
                  </a:lnTo>
                  <a:lnTo>
                    <a:pt x="0" y="4720187"/>
                  </a:lnTo>
                  <a:lnTo>
                    <a:pt x="109684" y="4836724"/>
                  </a:lnTo>
                  <a:cubicBezTo>
                    <a:pt x="173316" y="4897375"/>
                    <a:pt x="239447" y="4954160"/>
                    <a:pt x="306959" y="5007200"/>
                  </a:cubicBezTo>
                  <a:lnTo>
                    <a:pt x="358101" y="5046057"/>
                  </a:lnTo>
                  <a:lnTo>
                    <a:pt x="383328" y="5065684"/>
                  </a:lnTo>
                  <a:cubicBezTo>
                    <a:pt x="391637" y="5072316"/>
                    <a:pt x="400805" y="5077902"/>
                    <a:pt x="409503" y="5083942"/>
                  </a:cubicBezTo>
                  <a:lnTo>
                    <a:pt x="461889" y="5119888"/>
                  </a:lnTo>
                  <a:cubicBezTo>
                    <a:pt x="466184" y="5122893"/>
                    <a:pt x="470616" y="5125820"/>
                    <a:pt x="474883" y="5128933"/>
                  </a:cubicBezTo>
                  <a:cubicBezTo>
                    <a:pt x="478982" y="5132235"/>
                    <a:pt x="482476" y="5136069"/>
                    <a:pt x="486410" y="5139557"/>
                  </a:cubicBezTo>
                  <a:cubicBezTo>
                    <a:pt x="494140" y="5146613"/>
                    <a:pt x="502565" y="5152812"/>
                    <a:pt x="510852" y="5159089"/>
                  </a:cubicBezTo>
                  <a:lnTo>
                    <a:pt x="560653" y="5196893"/>
                  </a:lnTo>
                  <a:lnTo>
                    <a:pt x="585485" y="5215834"/>
                  </a:lnTo>
                  <a:cubicBezTo>
                    <a:pt x="593773" y="5222111"/>
                    <a:pt x="601864" y="5228685"/>
                    <a:pt x="610707" y="5234185"/>
                  </a:cubicBezTo>
                  <a:lnTo>
                    <a:pt x="714768" y="5303103"/>
                  </a:lnTo>
                  <a:cubicBezTo>
                    <a:pt x="856162" y="5390603"/>
                    <a:pt x="1008099" y="5459947"/>
                    <a:pt x="1166634" y="5513322"/>
                  </a:cubicBezTo>
                  <a:cubicBezTo>
                    <a:pt x="1186540" y="5519932"/>
                    <a:pt x="1205774" y="5527751"/>
                    <a:pt x="1225991" y="5533632"/>
                  </a:cubicBezTo>
                  <a:lnTo>
                    <a:pt x="1286680" y="5550705"/>
                  </a:lnTo>
                  <a:lnTo>
                    <a:pt x="1347310" y="5567995"/>
                  </a:lnTo>
                  <a:cubicBezTo>
                    <a:pt x="1357469" y="5571180"/>
                    <a:pt x="1367261" y="5573572"/>
                    <a:pt x="1377002" y="5575719"/>
                  </a:cubicBezTo>
                  <a:lnTo>
                    <a:pt x="1406328" y="5582649"/>
                  </a:lnTo>
                  <a:cubicBezTo>
                    <a:pt x="1425825" y="5587757"/>
                    <a:pt x="1445490" y="5590939"/>
                    <a:pt x="1465060" y="5594909"/>
                  </a:cubicBezTo>
                  <a:cubicBezTo>
                    <a:pt x="1484652" y="5599231"/>
                    <a:pt x="1504324" y="5601952"/>
                    <a:pt x="1523881" y="5605105"/>
                  </a:cubicBezTo>
                  <a:cubicBezTo>
                    <a:pt x="1533660" y="5606682"/>
                    <a:pt x="1543460" y="5608613"/>
                    <a:pt x="1553325" y="5609865"/>
                  </a:cubicBezTo>
                  <a:lnTo>
                    <a:pt x="1582813" y="5613593"/>
                  </a:lnTo>
                  <a:lnTo>
                    <a:pt x="1612301" y="5617321"/>
                  </a:lnTo>
                  <a:lnTo>
                    <a:pt x="1641863" y="5619910"/>
                  </a:lnTo>
                  <a:cubicBezTo>
                    <a:pt x="1799348" y="5633940"/>
                    <a:pt x="1957913" y="5625770"/>
                    <a:pt x="2117508" y="5595156"/>
                  </a:cubicBezTo>
                  <a:cubicBezTo>
                    <a:pt x="2277124" y="5564895"/>
                    <a:pt x="2437004" y="5512449"/>
                    <a:pt x="2597368" y="5447381"/>
                  </a:cubicBezTo>
                  <a:cubicBezTo>
                    <a:pt x="2757791" y="5382096"/>
                    <a:pt x="2918855" y="5304464"/>
                    <a:pt x="3082968" y="5223245"/>
                  </a:cubicBezTo>
                  <a:lnTo>
                    <a:pt x="3334855" y="5097383"/>
                  </a:lnTo>
                  <a:cubicBezTo>
                    <a:pt x="3423528" y="5054142"/>
                    <a:pt x="3511773" y="5013798"/>
                    <a:pt x="3599509" y="4976217"/>
                  </a:cubicBezTo>
                  <a:cubicBezTo>
                    <a:pt x="3774960" y="4900701"/>
                    <a:pt x="3948276" y="4837481"/>
                    <a:pt x="4112002" y="4766359"/>
                  </a:cubicBezTo>
                  <a:cubicBezTo>
                    <a:pt x="4193972" y="4730827"/>
                    <a:pt x="4273429" y="4692997"/>
                    <a:pt x="4348983" y="4649833"/>
                  </a:cubicBezTo>
                  <a:cubicBezTo>
                    <a:pt x="4424508" y="4606778"/>
                    <a:pt x="4496050" y="4558250"/>
                    <a:pt x="4560505" y="4501564"/>
                  </a:cubicBezTo>
                  <a:cubicBezTo>
                    <a:pt x="4625198" y="4445289"/>
                    <a:pt x="4682991" y="4381021"/>
                    <a:pt x="4731963" y="4309870"/>
                  </a:cubicBezTo>
                  <a:cubicBezTo>
                    <a:pt x="4781043" y="4238747"/>
                    <a:pt x="4821275" y="4160848"/>
                    <a:pt x="4852344" y="4078640"/>
                  </a:cubicBezTo>
                  <a:lnTo>
                    <a:pt x="4863972" y="4047790"/>
                  </a:lnTo>
                  <a:lnTo>
                    <a:pt x="4874144" y="4016320"/>
                  </a:lnTo>
                  <a:lnTo>
                    <a:pt x="4884127" y="3984682"/>
                  </a:lnTo>
                  <a:cubicBezTo>
                    <a:pt x="4887242" y="3973925"/>
                    <a:pt x="4889981" y="3962835"/>
                    <a:pt x="4892800" y="3951883"/>
                  </a:cubicBezTo>
                  <a:lnTo>
                    <a:pt x="4909526" y="3886001"/>
                  </a:lnTo>
                  <a:lnTo>
                    <a:pt x="4917687" y="3852948"/>
                  </a:lnTo>
                  <a:lnTo>
                    <a:pt x="4921768" y="3836422"/>
                  </a:lnTo>
                  <a:lnTo>
                    <a:pt x="4924845" y="3819742"/>
                  </a:lnTo>
                  <a:cubicBezTo>
                    <a:pt x="4933092" y="3775120"/>
                    <a:pt x="4941231" y="3730469"/>
                    <a:pt x="4948230" y="3685744"/>
                  </a:cubicBezTo>
                  <a:cubicBezTo>
                    <a:pt x="4953579" y="3640694"/>
                    <a:pt x="4958249" y="3595577"/>
                    <a:pt x="4962782" y="3550540"/>
                  </a:cubicBezTo>
                  <a:cubicBezTo>
                    <a:pt x="4976580" y="3369692"/>
                    <a:pt x="4965812" y="3187942"/>
                    <a:pt x="4939468" y="3010249"/>
                  </a:cubicBezTo>
                  <a:cubicBezTo>
                    <a:pt x="4912965" y="2832281"/>
                    <a:pt x="4870237" y="2658196"/>
                    <a:pt x="4816901" y="2488224"/>
                  </a:cubicBezTo>
                  <a:cubicBezTo>
                    <a:pt x="4810197" y="2466954"/>
                    <a:pt x="4803984" y="2445582"/>
                    <a:pt x="4797005" y="2424470"/>
                  </a:cubicBezTo>
                  <a:cubicBezTo>
                    <a:pt x="4789399" y="2403537"/>
                    <a:pt x="4781686" y="2382574"/>
                    <a:pt x="4774433" y="2361620"/>
                  </a:cubicBezTo>
                  <a:lnTo>
                    <a:pt x="4752459" y="2298700"/>
                  </a:lnTo>
                  <a:lnTo>
                    <a:pt x="4728083" y="2236526"/>
                  </a:lnTo>
                  <a:cubicBezTo>
                    <a:pt x="4719957" y="2215802"/>
                    <a:pt x="4712352" y="2194869"/>
                    <a:pt x="4704471" y="2174095"/>
                  </a:cubicBezTo>
                  <a:lnTo>
                    <a:pt x="4678399" y="2112626"/>
                  </a:lnTo>
                  <a:lnTo>
                    <a:pt x="4652601" y="2050999"/>
                  </a:lnTo>
                  <a:cubicBezTo>
                    <a:pt x="4643711" y="2030533"/>
                    <a:pt x="4633616" y="2010672"/>
                    <a:pt x="4624205" y="1990415"/>
                  </a:cubicBezTo>
                  <a:lnTo>
                    <a:pt x="4595398" y="1930069"/>
                  </a:lnTo>
                  <a:cubicBezTo>
                    <a:pt x="4585714" y="1909969"/>
                    <a:pt x="4574413" y="1890713"/>
                    <a:pt x="4563827" y="1870952"/>
                  </a:cubicBezTo>
                  <a:lnTo>
                    <a:pt x="4531433" y="1812311"/>
                  </a:lnTo>
                  <a:lnTo>
                    <a:pt x="4523315" y="1797616"/>
                  </a:lnTo>
                  <a:lnTo>
                    <a:pt x="4514482" y="1783425"/>
                  </a:lnTo>
                  <a:lnTo>
                    <a:pt x="4496845" y="1754936"/>
                  </a:lnTo>
                  <a:lnTo>
                    <a:pt x="4461463" y="1697929"/>
                  </a:lnTo>
                  <a:lnTo>
                    <a:pt x="4452660" y="1683629"/>
                  </a:lnTo>
                  <a:lnTo>
                    <a:pt x="4443141" y="1669834"/>
                  </a:lnTo>
                  <a:lnTo>
                    <a:pt x="4424241" y="1642166"/>
                  </a:lnTo>
                  <a:cubicBezTo>
                    <a:pt x="4399005" y="1605265"/>
                    <a:pt x="4374512" y="1567751"/>
                    <a:pt x="4346886" y="1532412"/>
                  </a:cubicBezTo>
                  <a:cubicBezTo>
                    <a:pt x="4240477" y="1388328"/>
                    <a:pt x="4120362" y="1253437"/>
                    <a:pt x="3985497" y="1134649"/>
                  </a:cubicBezTo>
                  <a:cubicBezTo>
                    <a:pt x="3850799" y="1015675"/>
                    <a:pt x="3702920" y="911715"/>
                    <a:pt x="3545665" y="825877"/>
                  </a:cubicBezTo>
                  <a:lnTo>
                    <a:pt x="3486190" y="794756"/>
                  </a:lnTo>
                  <a:cubicBezTo>
                    <a:pt x="3466181" y="784640"/>
                    <a:pt x="3446893" y="773560"/>
                    <a:pt x="3426182" y="764765"/>
                  </a:cubicBezTo>
                  <a:lnTo>
                    <a:pt x="3365044" y="737255"/>
                  </a:lnTo>
                  <a:lnTo>
                    <a:pt x="3334529" y="723514"/>
                  </a:lnTo>
                  <a:cubicBezTo>
                    <a:pt x="3324394" y="718943"/>
                    <a:pt x="3314287" y="714265"/>
                    <a:pt x="3303733" y="710395"/>
                  </a:cubicBezTo>
                  <a:cubicBezTo>
                    <a:pt x="3262013" y="694346"/>
                    <a:pt x="3220711" y="677599"/>
                    <a:pt x="3179033" y="662259"/>
                  </a:cubicBezTo>
                  <a:lnTo>
                    <a:pt x="3052408" y="620447"/>
                  </a:lnTo>
                  <a:lnTo>
                    <a:pt x="2924325" y="584505"/>
                  </a:lnTo>
                  <a:cubicBezTo>
                    <a:pt x="2903106" y="578471"/>
                    <a:pt x="2881119" y="574434"/>
                    <a:pt x="2859667" y="569266"/>
                  </a:cubicBezTo>
                  <a:lnTo>
                    <a:pt x="2795226" y="554085"/>
                  </a:lnTo>
                  <a:cubicBezTo>
                    <a:pt x="2774078" y="548652"/>
                    <a:pt x="2751709" y="544744"/>
                    <a:pt x="2729702" y="540354"/>
                  </a:cubicBezTo>
                  <a:lnTo>
                    <a:pt x="2663758" y="527322"/>
                  </a:lnTo>
                  <a:lnTo>
                    <a:pt x="2630927" y="520495"/>
                  </a:lnTo>
                  <a:lnTo>
                    <a:pt x="2597965" y="515024"/>
                  </a:lnTo>
                  <a:cubicBezTo>
                    <a:pt x="2575970" y="511449"/>
                    <a:pt x="2554112" y="507795"/>
                    <a:pt x="2532205" y="503895"/>
                  </a:cubicBezTo>
                  <a:cubicBezTo>
                    <a:pt x="2357016" y="475037"/>
                    <a:pt x="2182954" y="456682"/>
                    <a:pt x="2010064" y="452552"/>
                  </a:cubicBezTo>
                  <a:cubicBezTo>
                    <a:pt x="1837255" y="448558"/>
                    <a:pt x="1665388" y="457916"/>
                    <a:pt x="1494552" y="485055"/>
                  </a:cubicBezTo>
                  <a:cubicBezTo>
                    <a:pt x="1452133" y="492816"/>
                    <a:pt x="1409569" y="501117"/>
                    <a:pt x="1366896" y="509389"/>
                  </a:cubicBezTo>
                  <a:cubicBezTo>
                    <a:pt x="1324862" y="520035"/>
                    <a:pt x="1282333" y="529505"/>
                    <a:pt x="1240175" y="541045"/>
                  </a:cubicBezTo>
                  <a:lnTo>
                    <a:pt x="1177438" y="560170"/>
                  </a:lnTo>
                  <a:lnTo>
                    <a:pt x="1145987" y="569826"/>
                  </a:lnTo>
                  <a:lnTo>
                    <a:pt x="1130315" y="574669"/>
                  </a:lnTo>
                  <a:lnTo>
                    <a:pt x="1114873" y="580384"/>
                  </a:lnTo>
                  <a:lnTo>
                    <a:pt x="1052839" y="602943"/>
                  </a:lnTo>
                  <a:cubicBezTo>
                    <a:pt x="1032151" y="610499"/>
                    <a:pt x="1011255" y="617535"/>
                    <a:pt x="991135" y="626866"/>
                  </a:cubicBezTo>
                  <a:lnTo>
                    <a:pt x="930179" y="653191"/>
                  </a:lnTo>
                  <a:cubicBezTo>
                    <a:pt x="909850" y="662002"/>
                    <a:pt x="889443" y="670676"/>
                    <a:pt x="869768" y="680937"/>
                  </a:cubicBezTo>
                  <a:lnTo>
                    <a:pt x="810085" y="710734"/>
                  </a:lnTo>
                  <a:cubicBezTo>
                    <a:pt x="790331" y="720859"/>
                    <a:pt x="770124" y="730514"/>
                    <a:pt x="751220" y="741794"/>
                  </a:cubicBezTo>
                  <a:cubicBezTo>
                    <a:pt x="673929" y="784955"/>
                    <a:pt x="598827" y="830326"/>
                    <a:pt x="532669" y="881688"/>
                  </a:cubicBezTo>
                  <a:cubicBezTo>
                    <a:pt x="464226" y="931625"/>
                    <a:pt x="406969" y="988270"/>
                    <a:pt x="354185" y="1050286"/>
                  </a:cubicBezTo>
                  <a:lnTo>
                    <a:pt x="315980" y="1098125"/>
                  </a:lnTo>
                  <a:lnTo>
                    <a:pt x="280345" y="1149782"/>
                  </a:lnTo>
                  <a:cubicBezTo>
                    <a:pt x="268144" y="1166335"/>
                    <a:pt x="257438" y="1185955"/>
                    <a:pt x="245890" y="1203959"/>
                  </a:cubicBezTo>
                  <a:cubicBezTo>
                    <a:pt x="234552" y="1222481"/>
                    <a:pt x="223171" y="1240298"/>
                    <a:pt x="212162" y="1260184"/>
                  </a:cubicBezTo>
                  <a:cubicBezTo>
                    <a:pt x="168299" y="1337574"/>
                    <a:pt x="125055" y="1419360"/>
                    <a:pt x="80716" y="1502476"/>
                  </a:cubicBezTo>
                  <a:lnTo>
                    <a:pt x="0" y="1648841"/>
                  </a:lnTo>
                  <a:lnTo>
                    <a:pt x="0" y="954863"/>
                  </a:lnTo>
                  <a:lnTo>
                    <a:pt x="43491" y="895513"/>
                  </a:lnTo>
                  <a:cubicBezTo>
                    <a:pt x="59888" y="874984"/>
                    <a:pt x="77014" y="854766"/>
                    <a:pt x="93923" y="834489"/>
                  </a:cubicBezTo>
                  <a:cubicBezTo>
                    <a:pt x="163245" y="754880"/>
                    <a:pt x="240806" y="679565"/>
                    <a:pt x="323465" y="617671"/>
                  </a:cubicBezTo>
                  <a:cubicBezTo>
                    <a:pt x="405002" y="553042"/>
                    <a:pt x="490132" y="499230"/>
                    <a:pt x="574777" y="446794"/>
                  </a:cubicBezTo>
                  <a:cubicBezTo>
                    <a:pt x="595733" y="433050"/>
                    <a:pt x="617442" y="421248"/>
                    <a:pt x="638943" y="408925"/>
                  </a:cubicBezTo>
                  <a:lnTo>
                    <a:pt x="703505" y="371742"/>
                  </a:lnTo>
                  <a:cubicBezTo>
                    <a:pt x="724798" y="358900"/>
                    <a:pt x="747120" y="347842"/>
                    <a:pt x="769262" y="336154"/>
                  </a:cubicBezTo>
                  <a:lnTo>
                    <a:pt x="835552" y="301173"/>
                  </a:lnTo>
                  <a:cubicBezTo>
                    <a:pt x="857427" y="289183"/>
                    <a:pt x="880470" y="278896"/>
                    <a:pt x="902979" y="268004"/>
                  </a:cubicBezTo>
                  <a:lnTo>
                    <a:pt x="971127" y="235607"/>
                  </a:lnTo>
                  <a:lnTo>
                    <a:pt x="988238" y="227556"/>
                  </a:lnTo>
                  <a:lnTo>
                    <a:pt x="1005744" y="220191"/>
                  </a:lnTo>
                  <a:lnTo>
                    <a:pt x="1040729" y="205569"/>
                  </a:lnTo>
                  <a:lnTo>
                    <a:pt x="1110835" y="176248"/>
                  </a:lnTo>
                  <a:cubicBezTo>
                    <a:pt x="1157999" y="157703"/>
                    <a:pt x="1206322" y="141323"/>
                    <a:pt x="1254256" y="123796"/>
                  </a:cubicBezTo>
                  <a:cubicBezTo>
                    <a:pt x="1302938" y="108671"/>
                    <a:pt x="1352074" y="94017"/>
                    <a:pt x="1401310" y="79852"/>
                  </a:cubicBezTo>
                  <a:cubicBezTo>
                    <a:pt x="1599497" y="26774"/>
                    <a:pt x="1806373" y="-329"/>
                    <a:pt x="2011811" y="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Shape 15">
              <a:extLst>
                <a:ext uri="{FF2B5EF4-FFF2-40B4-BE49-F238E27FC236}">
                  <a16:creationId xmlns:a16="http://schemas.microsoft.com/office/drawing/2014/main" id="{06AC5DCC-C3CC-4FD5-AD4E-13A1BE5F7F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297400"/>
              <a:ext cx="5215811" cy="6107388"/>
            </a:xfrm>
            <a:custGeom>
              <a:avLst/>
              <a:gdLst>
                <a:gd name="connsiteX0" fmla="*/ 1869139 w 5215811"/>
                <a:gd name="connsiteY0" fmla="*/ 9 h 6107388"/>
                <a:gd name="connsiteX1" fmla="*/ 2791149 w 5215811"/>
                <a:gd name="connsiteY1" fmla="*/ 130229 h 6107388"/>
                <a:gd name="connsiteX2" fmla="*/ 4760307 w 5215811"/>
                <a:gd name="connsiteY2" fmla="*/ 1608408 h 6107388"/>
                <a:gd name="connsiteX3" fmla="*/ 5108574 w 5215811"/>
                <a:gd name="connsiteY3" fmla="*/ 4050383 h 6107388"/>
                <a:gd name="connsiteX4" fmla="*/ 3434916 w 5215811"/>
                <a:gd name="connsiteY4" fmla="*/ 5503134 h 6107388"/>
                <a:gd name="connsiteX5" fmla="*/ 1137841 w 5215811"/>
                <a:gd name="connsiteY5" fmla="*/ 6033968 h 6107388"/>
                <a:gd name="connsiteX6" fmla="*/ 217555 w 5215811"/>
                <a:gd name="connsiteY6" fmla="*/ 5598945 h 6107388"/>
                <a:gd name="connsiteX7" fmla="*/ 0 w 5215811"/>
                <a:gd name="connsiteY7" fmla="*/ 5419622 h 6107388"/>
                <a:gd name="connsiteX8" fmla="*/ 0 w 5215811"/>
                <a:gd name="connsiteY8" fmla="*/ 4571683 h 6107388"/>
                <a:gd name="connsiteX9" fmla="*/ 18056 w 5215811"/>
                <a:gd name="connsiteY9" fmla="*/ 4599282 h 6107388"/>
                <a:gd name="connsiteX10" fmla="*/ 358324 w 5215811"/>
                <a:gd name="connsiteY10" fmla="*/ 4988154 h 6107388"/>
                <a:gd name="connsiteX11" fmla="*/ 1282741 w 5215811"/>
                <a:gd name="connsiteY11" fmla="*/ 5493193 h 6107388"/>
                <a:gd name="connsiteX12" fmla="*/ 2172794 w 5215811"/>
                <a:gd name="connsiteY12" fmla="*/ 5470630 h 6107388"/>
                <a:gd name="connsiteX13" fmla="*/ 3146893 w 5215811"/>
                <a:gd name="connsiteY13" fmla="*/ 5016296 h 6107388"/>
                <a:gd name="connsiteX14" fmla="*/ 3574114 w 5215811"/>
                <a:gd name="connsiteY14" fmla="*/ 4791124 h 6107388"/>
                <a:gd name="connsiteX15" fmla="*/ 4244948 w 5215811"/>
                <a:gd name="connsiteY15" fmla="*/ 4392664 h 6107388"/>
                <a:gd name="connsiteX16" fmla="*/ 4556385 w 5215811"/>
                <a:gd name="connsiteY16" fmla="*/ 3902656 h 6107388"/>
                <a:gd name="connsiteX17" fmla="*/ 4616354 w 5215811"/>
                <a:gd name="connsiteY17" fmla="*/ 2851680 h 6107388"/>
                <a:gd name="connsiteX18" fmla="*/ 4269266 w 5215811"/>
                <a:gd name="connsiteY18" fmla="*/ 1889625 h 6107388"/>
                <a:gd name="connsiteX19" fmla="*/ 2645976 w 5215811"/>
                <a:gd name="connsiteY19" fmla="*/ 671162 h 6107388"/>
                <a:gd name="connsiteX20" fmla="*/ 1648930 w 5215811"/>
                <a:gd name="connsiteY20" fmla="*/ 573017 h 6107388"/>
                <a:gd name="connsiteX21" fmla="*/ 771768 w 5215811"/>
                <a:gd name="connsiteY21" fmla="*/ 865882 h 6107388"/>
                <a:gd name="connsiteX22" fmla="*/ 433617 w 5215811"/>
                <a:gd name="connsiteY22" fmla="*/ 1119441 h 6107388"/>
                <a:gd name="connsiteX23" fmla="*/ 200571 w 5215811"/>
                <a:gd name="connsiteY23" fmla="*/ 1486480 h 6107388"/>
                <a:gd name="connsiteX24" fmla="*/ 47077 w 5215811"/>
                <a:gd name="connsiteY24" fmla="*/ 1753604 h 6107388"/>
                <a:gd name="connsiteX25" fmla="*/ 0 w 5215811"/>
                <a:gd name="connsiteY25" fmla="*/ 1831655 h 6107388"/>
                <a:gd name="connsiteX26" fmla="*/ 0 w 5215811"/>
                <a:gd name="connsiteY26" fmla="*/ 751112 h 6107388"/>
                <a:gd name="connsiteX27" fmla="*/ 6994 w 5215811"/>
                <a:gd name="connsiteY27" fmla="*/ 742614 h 6107388"/>
                <a:gd name="connsiteX28" fmla="*/ 484047 w 5215811"/>
                <a:gd name="connsiteY28" fmla="*/ 378777 h 6107388"/>
                <a:gd name="connsiteX29" fmla="*/ 1869139 w 5215811"/>
                <a:gd name="connsiteY29" fmla="*/ 9 h 6107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5811" h="6107388">
                  <a:moveTo>
                    <a:pt x="1869139" y="9"/>
                  </a:moveTo>
                  <a:cubicBezTo>
                    <a:pt x="2160924" y="-706"/>
                    <a:pt x="2465752" y="43039"/>
                    <a:pt x="2791149" y="130229"/>
                  </a:cubicBezTo>
                  <a:cubicBezTo>
                    <a:pt x="3651198" y="360678"/>
                    <a:pt x="4339884" y="907924"/>
                    <a:pt x="4760307" y="1608408"/>
                  </a:cubicBezTo>
                  <a:cubicBezTo>
                    <a:pt x="5188180" y="2321320"/>
                    <a:pt x="5338357" y="3192822"/>
                    <a:pt x="5108574" y="4050383"/>
                  </a:cubicBezTo>
                  <a:cubicBezTo>
                    <a:pt x="4880820" y="4900373"/>
                    <a:pt x="4152841" y="5098512"/>
                    <a:pt x="3434916" y="5503134"/>
                  </a:cubicBezTo>
                  <a:cubicBezTo>
                    <a:pt x="2717099" y="5907783"/>
                    <a:pt x="2005568" y="6266474"/>
                    <a:pt x="1137841" y="6033968"/>
                  </a:cubicBezTo>
                  <a:cubicBezTo>
                    <a:pt x="783079" y="5938910"/>
                    <a:pt x="479573" y="5790114"/>
                    <a:pt x="217555" y="5598945"/>
                  </a:cubicBezTo>
                  <a:lnTo>
                    <a:pt x="0" y="5419622"/>
                  </a:lnTo>
                  <a:lnTo>
                    <a:pt x="0" y="4571683"/>
                  </a:lnTo>
                  <a:lnTo>
                    <a:pt x="18056" y="4599282"/>
                  </a:lnTo>
                  <a:cubicBezTo>
                    <a:pt x="124071" y="4746782"/>
                    <a:pt x="237002" y="4875718"/>
                    <a:pt x="358324" y="4988154"/>
                  </a:cubicBezTo>
                  <a:cubicBezTo>
                    <a:pt x="621323" y="5231809"/>
                    <a:pt x="923667" y="5396979"/>
                    <a:pt x="1282741" y="5493193"/>
                  </a:cubicBezTo>
                  <a:cubicBezTo>
                    <a:pt x="1573894" y="5571207"/>
                    <a:pt x="1856732" y="5563878"/>
                    <a:pt x="2172794" y="5470630"/>
                  </a:cubicBezTo>
                  <a:cubicBezTo>
                    <a:pt x="2498985" y="5374183"/>
                    <a:pt x="2832844" y="5193315"/>
                    <a:pt x="3146893" y="5016296"/>
                  </a:cubicBezTo>
                  <a:cubicBezTo>
                    <a:pt x="3293538" y="4933641"/>
                    <a:pt x="3436182" y="4861160"/>
                    <a:pt x="3574114" y="4791124"/>
                  </a:cubicBezTo>
                  <a:cubicBezTo>
                    <a:pt x="3841238" y="4655550"/>
                    <a:pt x="4071901" y="4538375"/>
                    <a:pt x="4244948" y="4392664"/>
                  </a:cubicBezTo>
                  <a:cubicBezTo>
                    <a:pt x="4405844" y="4257259"/>
                    <a:pt x="4501845" y="4106204"/>
                    <a:pt x="4556385" y="3902656"/>
                  </a:cubicBezTo>
                  <a:cubicBezTo>
                    <a:pt x="4649063" y="3556776"/>
                    <a:pt x="4669271" y="3203187"/>
                    <a:pt x="4616354" y="2851680"/>
                  </a:cubicBezTo>
                  <a:cubicBezTo>
                    <a:pt x="4565198" y="2511774"/>
                    <a:pt x="4448474" y="2188147"/>
                    <a:pt x="4269266" y="1889625"/>
                  </a:cubicBezTo>
                  <a:cubicBezTo>
                    <a:pt x="3907781" y="1287586"/>
                    <a:pt x="3331245" y="854780"/>
                    <a:pt x="2645976" y="671162"/>
                  </a:cubicBezTo>
                  <a:cubicBezTo>
                    <a:pt x="2278249" y="572630"/>
                    <a:pt x="1952074" y="540526"/>
                    <a:pt x="1648930" y="573017"/>
                  </a:cubicBezTo>
                  <a:cubicBezTo>
                    <a:pt x="1351746" y="604901"/>
                    <a:pt x="1064785" y="700731"/>
                    <a:pt x="771768" y="865882"/>
                  </a:cubicBezTo>
                  <a:cubicBezTo>
                    <a:pt x="568061" y="980657"/>
                    <a:pt x="486465" y="1058486"/>
                    <a:pt x="433617" y="1119441"/>
                  </a:cubicBezTo>
                  <a:cubicBezTo>
                    <a:pt x="358307" y="1206256"/>
                    <a:pt x="292149" y="1323808"/>
                    <a:pt x="200571" y="1486480"/>
                  </a:cubicBezTo>
                  <a:cubicBezTo>
                    <a:pt x="156644" y="1564432"/>
                    <a:pt x="106654" y="1653214"/>
                    <a:pt x="47077" y="1753604"/>
                  </a:cubicBezTo>
                  <a:lnTo>
                    <a:pt x="0" y="1831655"/>
                  </a:lnTo>
                  <a:lnTo>
                    <a:pt x="0" y="751112"/>
                  </a:lnTo>
                  <a:lnTo>
                    <a:pt x="6994" y="742614"/>
                  </a:lnTo>
                  <a:cubicBezTo>
                    <a:pt x="117721" y="617683"/>
                    <a:pt x="259696" y="505222"/>
                    <a:pt x="484047" y="378777"/>
                  </a:cubicBezTo>
                  <a:cubicBezTo>
                    <a:pt x="932751" y="125890"/>
                    <a:pt x="1382831" y="1200"/>
                    <a:pt x="1869139" y="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7" name="Freeform: Shape 16">
              <a:extLst>
                <a:ext uri="{FF2B5EF4-FFF2-40B4-BE49-F238E27FC236}">
                  <a16:creationId xmlns:a16="http://schemas.microsoft.com/office/drawing/2014/main" id="{4BBCC2F4-EFA7-4AF4-B538-AC4022D90F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319367"/>
              <a:ext cx="5217956" cy="6100079"/>
            </a:xfrm>
            <a:custGeom>
              <a:avLst/>
              <a:gdLst>
                <a:gd name="connsiteX0" fmla="*/ 1951393 w 5217956"/>
                <a:gd name="connsiteY0" fmla="*/ 82 h 6100079"/>
                <a:gd name="connsiteX1" fmla="*/ 2855177 w 5217956"/>
                <a:gd name="connsiteY1" fmla="*/ 125419 h 6100079"/>
                <a:gd name="connsiteX2" fmla="*/ 4779341 w 5217956"/>
                <a:gd name="connsiteY2" fmla="*/ 1591542 h 6100079"/>
                <a:gd name="connsiteX3" fmla="*/ 5108573 w 5217956"/>
                <a:gd name="connsiteY3" fmla="*/ 4028416 h 6100079"/>
                <a:gd name="connsiteX4" fmla="*/ 3459358 w 5217956"/>
                <a:gd name="connsiteY4" fmla="*/ 5487716 h 6100079"/>
                <a:gd name="connsiteX5" fmla="*/ 1203274 w 5217956"/>
                <a:gd name="connsiteY5" fmla="*/ 6029534 h 6100079"/>
                <a:gd name="connsiteX6" fmla="*/ 59920 w 5217956"/>
                <a:gd name="connsiteY6" fmla="*/ 5396467 h 6100079"/>
                <a:gd name="connsiteX7" fmla="*/ 0 w 5217956"/>
                <a:gd name="connsiteY7" fmla="*/ 5333382 h 6100079"/>
                <a:gd name="connsiteX8" fmla="*/ 0 w 5217956"/>
                <a:gd name="connsiteY8" fmla="*/ 4205833 h 6100079"/>
                <a:gd name="connsiteX9" fmla="*/ 58036 w 5217956"/>
                <a:gd name="connsiteY9" fmla="*/ 4310048 h 6100079"/>
                <a:gd name="connsiteX10" fmla="*/ 520779 w 5217956"/>
                <a:gd name="connsiteY10" fmla="*/ 4907591 h 6100079"/>
                <a:gd name="connsiteX11" fmla="*/ 1377154 w 5217956"/>
                <a:gd name="connsiteY11" fmla="*/ 5380604 h 6100079"/>
                <a:gd name="connsiteX12" fmla="*/ 3123340 w 5217956"/>
                <a:gd name="connsiteY12" fmla="*/ 4905715 h 6100079"/>
                <a:gd name="connsiteX13" fmla="*/ 3547863 w 5217956"/>
                <a:gd name="connsiteY13" fmla="*/ 4676342 h 6100079"/>
                <a:gd name="connsiteX14" fmla="*/ 4186753 w 5217956"/>
                <a:gd name="connsiteY14" fmla="*/ 4289376 h 6100079"/>
                <a:gd name="connsiteX15" fmla="*/ 4459565 w 5217956"/>
                <a:gd name="connsiteY15" fmla="*/ 3854399 h 6100079"/>
                <a:gd name="connsiteX16" fmla="*/ 4521015 w 5217956"/>
                <a:gd name="connsiteY16" fmla="*/ 2849377 h 6100079"/>
                <a:gd name="connsiteX17" fmla="*/ 4199723 w 5217956"/>
                <a:gd name="connsiteY17" fmla="*/ 1931213 h 6100079"/>
                <a:gd name="connsiteX18" fmla="*/ 2681217 w 5217956"/>
                <a:gd name="connsiteY18" fmla="*/ 774211 h 6100079"/>
                <a:gd name="connsiteX19" fmla="*/ 926547 w 5217956"/>
                <a:gd name="connsiteY19" fmla="*/ 967112 h 6100079"/>
                <a:gd name="connsiteX20" fmla="*/ 622677 w 5217956"/>
                <a:gd name="connsiteY20" fmla="*/ 1197863 h 6100079"/>
                <a:gd name="connsiteX21" fmla="*/ 404892 w 5217956"/>
                <a:gd name="connsiteY21" fmla="*/ 1547314 h 6100079"/>
                <a:gd name="connsiteX22" fmla="*/ 40135 w 5217956"/>
                <a:gd name="connsiteY22" fmla="*/ 2159090 h 6100079"/>
                <a:gd name="connsiteX23" fmla="*/ 0 w 5217956"/>
                <a:gd name="connsiteY23" fmla="*/ 2219367 h 6100079"/>
                <a:gd name="connsiteX24" fmla="*/ 0 w 5217956"/>
                <a:gd name="connsiteY24" fmla="*/ 915659 h 6100079"/>
                <a:gd name="connsiteX25" fmla="*/ 58609 w 5217956"/>
                <a:gd name="connsiteY25" fmla="*/ 828051 h 6100079"/>
                <a:gd name="connsiteX26" fmla="*/ 590688 w 5217956"/>
                <a:gd name="connsiteY26" fmla="*/ 385385 h 6100079"/>
                <a:gd name="connsiteX27" fmla="*/ 1951393 w 5217956"/>
                <a:gd name="connsiteY27"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217956" h="6100079">
                  <a:moveTo>
                    <a:pt x="1951393" y="82"/>
                  </a:moveTo>
                  <a:cubicBezTo>
                    <a:pt x="2237631" y="-2119"/>
                    <a:pt x="2536431" y="40011"/>
                    <a:pt x="2855177" y="125419"/>
                  </a:cubicBezTo>
                  <a:cubicBezTo>
                    <a:pt x="3697704" y="351173"/>
                    <a:pt x="4370490" y="894159"/>
                    <a:pt x="4779341" y="1591542"/>
                  </a:cubicBezTo>
                  <a:cubicBezTo>
                    <a:pt x="5195534" y="2301324"/>
                    <a:pt x="5338356" y="3170855"/>
                    <a:pt x="5108573" y="4028416"/>
                  </a:cubicBezTo>
                  <a:cubicBezTo>
                    <a:pt x="4880819" y="4878406"/>
                    <a:pt x="4165603" y="5079965"/>
                    <a:pt x="3459358" y="5487716"/>
                  </a:cubicBezTo>
                  <a:cubicBezTo>
                    <a:pt x="2753114" y="5895466"/>
                    <a:pt x="2053264" y="6257288"/>
                    <a:pt x="1203274" y="6029534"/>
                  </a:cubicBezTo>
                  <a:cubicBezTo>
                    <a:pt x="739884" y="5905369"/>
                    <a:pt x="366399" y="5685345"/>
                    <a:pt x="59920" y="5396467"/>
                  </a:cubicBezTo>
                  <a:lnTo>
                    <a:pt x="0" y="5333382"/>
                  </a:lnTo>
                  <a:lnTo>
                    <a:pt x="0" y="4205833"/>
                  </a:lnTo>
                  <a:lnTo>
                    <a:pt x="58036" y="4310048"/>
                  </a:lnTo>
                  <a:cubicBezTo>
                    <a:pt x="197935" y="4550245"/>
                    <a:pt x="350594" y="4747142"/>
                    <a:pt x="520779" y="4907591"/>
                  </a:cubicBezTo>
                  <a:cubicBezTo>
                    <a:pt x="763600" y="5136565"/>
                    <a:pt x="1043821" y="5291288"/>
                    <a:pt x="1377154" y="5380604"/>
                  </a:cubicBezTo>
                  <a:cubicBezTo>
                    <a:pt x="1963029" y="5537589"/>
                    <a:pt x="2470519" y="5282804"/>
                    <a:pt x="3123340" y="4905715"/>
                  </a:cubicBezTo>
                  <a:cubicBezTo>
                    <a:pt x="3269800" y="4821157"/>
                    <a:pt x="3411134" y="4747512"/>
                    <a:pt x="3547863" y="4676342"/>
                  </a:cubicBezTo>
                  <a:cubicBezTo>
                    <a:pt x="3804497" y="4542710"/>
                    <a:pt x="4026085" y="4427393"/>
                    <a:pt x="4186753" y="4289376"/>
                  </a:cubicBezTo>
                  <a:cubicBezTo>
                    <a:pt x="4329009" y="4167293"/>
                    <a:pt x="4410589" y="4037181"/>
                    <a:pt x="4459565" y="3854399"/>
                  </a:cubicBezTo>
                  <a:cubicBezTo>
                    <a:pt x="4548302" y="3523229"/>
                    <a:pt x="4568981" y="3185183"/>
                    <a:pt x="4521015" y="2849377"/>
                  </a:cubicBezTo>
                  <a:cubicBezTo>
                    <a:pt x="4474709" y="2524680"/>
                    <a:pt x="4366564" y="2215756"/>
                    <a:pt x="4199723" y="1931213"/>
                  </a:cubicBezTo>
                  <a:cubicBezTo>
                    <a:pt x="3863270" y="1357325"/>
                    <a:pt x="3323982" y="946439"/>
                    <a:pt x="2681217" y="774211"/>
                  </a:cubicBezTo>
                  <a:cubicBezTo>
                    <a:pt x="2001139" y="591984"/>
                    <a:pt x="1476322" y="649699"/>
                    <a:pt x="926547" y="967112"/>
                  </a:cubicBezTo>
                  <a:cubicBezTo>
                    <a:pt x="740730" y="1074393"/>
                    <a:pt x="668642" y="1143989"/>
                    <a:pt x="622677" y="1197863"/>
                  </a:cubicBezTo>
                  <a:cubicBezTo>
                    <a:pt x="555599" y="1276450"/>
                    <a:pt x="492360" y="1390031"/>
                    <a:pt x="404892" y="1547314"/>
                  </a:cubicBezTo>
                  <a:cubicBezTo>
                    <a:pt x="317047" y="1705133"/>
                    <a:pt x="204816" y="1906756"/>
                    <a:pt x="40135" y="2159090"/>
                  </a:cubicBezTo>
                  <a:lnTo>
                    <a:pt x="0" y="2219367"/>
                  </a:lnTo>
                  <a:lnTo>
                    <a:pt x="0" y="915659"/>
                  </a:lnTo>
                  <a:lnTo>
                    <a:pt x="58609" y="828051"/>
                  </a:lnTo>
                  <a:cubicBezTo>
                    <a:pt x="177453" y="670481"/>
                    <a:pt x="325846" y="538291"/>
                    <a:pt x="590688" y="385385"/>
                  </a:cubicBezTo>
                  <a:cubicBezTo>
                    <a:pt x="1032158" y="130559"/>
                    <a:pt x="1474329" y="3750"/>
                    <a:pt x="1951393"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8" name="Freeform: Shape 17">
              <a:extLst>
                <a:ext uri="{FF2B5EF4-FFF2-40B4-BE49-F238E27FC236}">
                  <a16:creationId xmlns:a16="http://schemas.microsoft.com/office/drawing/2014/main" id="{2A9D1364-B6A3-44CB-9FBA-C528F0CE90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319367"/>
              <a:ext cx="5217957" cy="6100079"/>
            </a:xfrm>
            <a:custGeom>
              <a:avLst/>
              <a:gdLst>
                <a:gd name="connsiteX0" fmla="*/ 1951394 w 5217957"/>
                <a:gd name="connsiteY0" fmla="*/ 82 h 6100079"/>
                <a:gd name="connsiteX1" fmla="*/ 2855178 w 5217957"/>
                <a:gd name="connsiteY1" fmla="*/ 125419 h 6100079"/>
                <a:gd name="connsiteX2" fmla="*/ 4779341 w 5217957"/>
                <a:gd name="connsiteY2" fmla="*/ 1591542 h 6100079"/>
                <a:gd name="connsiteX3" fmla="*/ 5108574 w 5217957"/>
                <a:gd name="connsiteY3" fmla="*/ 4028416 h 6100079"/>
                <a:gd name="connsiteX4" fmla="*/ 3459359 w 5217957"/>
                <a:gd name="connsiteY4" fmla="*/ 5487716 h 6100079"/>
                <a:gd name="connsiteX5" fmla="*/ 1203275 w 5217957"/>
                <a:gd name="connsiteY5" fmla="*/ 6029534 h 6100079"/>
                <a:gd name="connsiteX6" fmla="*/ 59921 w 5217957"/>
                <a:gd name="connsiteY6" fmla="*/ 5396467 h 6100079"/>
                <a:gd name="connsiteX7" fmla="*/ 0 w 5217957"/>
                <a:gd name="connsiteY7" fmla="*/ 5333381 h 6100079"/>
                <a:gd name="connsiteX8" fmla="*/ 0 w 5217957"/>
                <a:gd name="connsiteY8" fmla="*/ 4427327 h 6100079"/>
                <a:gd name="connsiteX9" fmla="*/ 112056 w 5217957"/>
                <a:gd name="connsiteY9" fmla="*/ 4602502 h 6100079"/>
                <a:gd name="connsiteX10" fmla="*/ 443875 w 5217957"/>
                <a:gd name="connsiteY10" fmla="*/ 4989110 h 6100079"/>
                <a:gd name="connsiteX11" fmla="*/ 1348175 w 5217957"/>
                <a:gd name="connsiteY11" fmla="*/ 5488759 h 6100079"/>
                <a:gd name="connsiteX12" fmla="*/ 2221463 w 5217957"/>
                <a:gd name="connsiteY12" fmla="*/ 5461704 h 6100079"/>
                <a:gd name="connsiteX13" fmla="*/ 3179339 w 5217957"/>
                <a:gd name="connsiteY13" fmla="*/ 5003023 h 6100079"/>
                <a:gd name="connsiteX14" fmla="*/ 3599638 w 5217957"/>
                <a:gd name="connsiteY14" fmla="*/ 4775996 h 6100079"/>
                <a:gd name="connsiteX15" fmla="*/ 4259765 w 5217957"/>
                <a:gd name="connsiteY15" fmla="*/ 4374667 h 6100079"/>
                <a:gd name="connsiteX16" fmla="*/ 4567742 w 5217957"/>
                <a:gd name="connsiteY16" fmla="*/ 3883732 h 6100079"/>
                <a:gd name="connsiteX17" fmla="*/ 4631929 w 5217957"/>
                <a:gd name="connsiteY17" fmla="*/ 2833886 h 6100079"/>
                <a:gd name="connsiteX18" fmla="*/ 4296412 w 5217957"/>
                <a:gd name="connsiteY18" fmla="*/ 1874932 h 6100079"/>
                <a:gd name="connsiteX19" fmla="*/ 2710219 w 5217957"/>
                <a:gd name="connsiteY19" fmla="*/ 666410 h 6100079"/>
                <a:gd name="connsiteX20" fmla="*/ 1732642 w 5217957"/>
                <a:gd name="connsiteY20" fmla="*/ 573480 h 6100079"/>
                <a:gd name="connsiteX21" fmla="*/ 870621 w 5217957"/>
                <a:gd name="connsiteY21" fmla="*/ 870402 h 6100079"/>
                <a:gd name="connsiteX22" fmla="*/ 537555 w 5217957"/>
                <a:gd name="connsiteY22" fmla="*/ 1125324 h 6100079"/>
                <a:gd name="connsiteX23" fmla="*/ 306995 w 5217957"/>
                <a:gd name="connsiteY23" fmla="*/ 1493030 h 6100079"/>
                <a:gd name="connsiteX24" fmla="*/ 23579 w 5217957"/>
                <a:gd name="connsiteY24" fmla="*/ 1977465 h 6100079"/>
                <a:gd name="connsiteX25" fmla="*/ 0 w 5217957"/>
                <a:gd name="connsiteY25" fmla="*/ 2014291 h 6100079"/>
                <a:gd name="connsiteX26" fmla="*/ 0 w 5217957"/>
                <a:gd name="connsiteY26" fmla="*/ 915660 h 6100079"/>
                <a:gd name="connsiteX27" fmla="*/ 58609 w 5217957"/>
                <a:gd name="connsiteY27" fmla="*/ 828051 h 6100079"/>
                <a:gd name="connsiteX28" fmla="*/ 590689 w 5217957"/>
                <a:gd name="connsiteY28" fmla="*/ 385385 h 6100079"/>
                <a:gd name="connsiteX29" fmla="*/ 1951394 w 5217957"/>
                <a:gd name="connsiteY29"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7957" h="6100079">
                  <a:moveTo>
                    <a:pt x="1951394" y="82"/>
                  </a:moveTo>
                  <a:cubicBezTo>
                    <a:pt x="2237632" y="-2119"/>
                    <a:pt x="2536431" y="40011"/>
                    <a:pt x="2855178" y="125419"/>
                  </a:cubicBezTo>
                  <a:cubicBezTo>
                    <a:pt x="3697704" y="351173"/>
                    <a:pt x="4370491" y="894159"/>
                    <a:pt x="4779341" y="1591542"/>
                  </a:cubicBezTo>
                  <a:cubicBezTo>
                    <a:pt x="5195535" y="2301324"/>
                    <a:pt x="5338357" y="3170855"/>
                    <a:pt x="5108574" y="4028416"/>
                  </a:cubicBezTo>
                  <a:cubicBezTo>
                    <a:pt x="4880820" y="4878406"/>
                    <a:pt x="4165604" y="5079965"/>
                    <a:pt x="3459359" y="5487716"/>
                  </a:cubicBezTo>
                  <a:cubicBezTo>
                    <a:pt x="2753115" y="5895466"/>
                    <a:pt x="2053265" y="6257288"/>
                    <a:pt x="1203275" y="6029534"/>
                  </a:cubicBezTo>
                  <a:cubicBezTo>
                    <a:pt x="739885" y="5905369"/>
                    <a:pt x="366400" y="5685345"/>
                    <a:pt x="59921" y="5396467"/>
                  </a:cubicBezTo>
                  <a:lnTo>
                    <a:pt x="0" y="5333381"/>
                  </a:lnTo>
                  <a:lnTo>
                    <a:pt x="0" y="4427327"/>
                  </a:lnTo>
                  <a:lnTo>
                    <a:pt x="112056" y="4602502"/>
                  </a:lnTo>
                  <a:cubicBezTo>
                    <a:pt x="215300" y="4749260"/>
                    <a:pt x="325419" y="4877443"/>
                    <a:pt x="443875" y="4989110"/>
                  </a:cubicBezTo>
                  <a:cubicBezTo>
                    <a:pt x="700709" y="5231113"/>
                    <a:pt x="996455" y="5394516"/>
                    <a:pt x="1348175" y="5488759"/>
                  </a:cubicBezTo>
                  <a:cubicBezTo>
                    <a:pt x="1633379" y="5565179"/>
                    <a:pt x="1910917" y="5556430"/>
                    <a:pt x="2221463" y="5461704"/>
                  </a:cubicBezTo>
                  <a:cubicBezTo>
                    <a:pt x="2541923" y="5363721"/>
                    <a:pt x="2870374" y="5181404"/>
                    <a:pt x="3179339" y="5003023"/>
                  </a:cubicBezTo>
                  <a:cubicBezTo>
                    <a:pt x="3323713" y="4919760"/>
                    <a:pt x="3463978" y="4846641"/>
                    <a:pt x="3599638" y="4775996"/>
                  </a:cubicBezTo>
                  <a:cubicBezTo>
                    <a:pt x="3862436" y="4639263"/>
                    <a:pt x="4089314" y="4521074"/>
                    <a:pt x="4259765" y="4374667"/>
                  </a:cubicBezTo>
                  <a:cubicBezTo>
                    <a:pt x="4418282" y="4238625"/>
                    <a:pt x="4513201" y="4087280"/>
                    <a:pt x="4567742" y="3883732"/>
                  </a:cubicBezTo>
                  <a:cubicBezTo>
                    <a:pt x="4660420" y="3537853"/>
                    <a:pt x="4682033" y="3184640"/>
                    <a:pt x="4631929" y="2833886"/>
                  </a:cubicBezTo>
                  <a:cubicBezTo>
                    <a:pt x="4583584" y="2494734"/>
                    <a:pt x="4470646" y="2172121"/>
                    <a:pt x="4296412" y="1874932"/>
                  </a:cubicBezTo>
                  <a:cubicBezTo>
                    <a:pt x="3944879" y="1275559"/>
                    <a:pt x="3381537" y="846289"/>
                    <a:pt x="2710219" y="666410"/>
                  </a:cubicBezTo>
                  <a:cubicBezTo>
                    <a:pt x="2349955" y="569877"/>
                    <a:pt x="2030161" y="539483"/>
                    <a:pt x="1732642" y="573480"/>
                  </a:cubicBezTo>
                  <a:cubicBezTo>
                    <a:pt x="1440866" y="606814"/>
                    <a:pt x="1158880" y="703976"/>
                    <a:pt x="870621" y="870402"/>
                  </a:cubicBezTo>
                  <a:cubicBezTo>
                    <a:pt x="670160" y="986048"/>
                    <a:pt x="589753" y="1064195"/>
                    <a:pt x="537555" y="1125324"/>
                  </a:cubicBezTo>
                  <a:cubicBezTo>
                    <a:pt x="463218" y="1212400"/>
                    <a:pt x="397708" y="1330125"/>
                    <a:pt x="306995" y="1493030"/>
                  </a:cubicBezTo>
                  <a:cubicBezTo>
                    <a:pt x="234596" y="1623167"/>
                    <a:pt x="145436" y="1783409"/>
                    <a:pt x="23579" y="1977465"/>
                  </a:cubicBezTo>
                  <a:lnTo>
                    <a:pt x="0" y="2014291"/>
                  </a:lnTo>
                  <a:lnTo>
                    <a:pt x="0" y="915660"/>
                  </a:lnTo>
                  <a:lnTo>
                    <a:pt x="58609" y="828051"/>
                  </a:lnTo>
                  <a:cubicBezTo>
                    <a:pt x="177453" y="670481"/>
                    <a:pt x="325847" y="538291"/>
                    <a:pt x="590689" y="385385"/>
                  </a:cubicBezTo>
                  <a:cubicBezTo>
                    <a:pt x="1032159" y="130559"/>
                    <a:pt x="1474330" y="3750"/>
                    <a:pt x="1951394"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a:extLst>
              <a:ext uri="{FF2B5EF4-FFF2-40B4-BE49-F238E27FC236}">
                <a16:creationId xmlns:a16="http://schemas.microsoft.com/office/drawing/2014/main" id="{8D032E4F-FDFA-B925-1FC0-1F9C95C02209}"/>
              </a:ext>
            </a:extLst>
          </p:cNvPr>
          <p:cNvSpPr>
            <a:spLocks noGrp="1"/>
          </p:cNvSpPr>
          <p:nvPr>
            <p:ph type="title"/>
          </p:nvPr>
        </p:nvSpPr>
        <p:spPr>
          <a:xfrm>
            <a:off x="640080" y="1243013"/>
            <a:ext cx="3855720" cy="4371974"/>
          </a:xfrm>
        </p:spPr>
        <p:txBody>
          <a:bodyPr>
            <a:normAutofit/>
          </a:bodyPr>
          <a:lstStyle/>
          <a:p>
            <a:r>
              <a:rPr lang="en-US" sz="3600">
                <a:solidFill>
                  <a:schemeClr val="tx2"/>
                </a:solidFill>
              </a:rPr>
              <a:t>Data Cleaning &amp; Preparation</a:t>
            </a:r>
          </a:p>
        </p:txBody>
      </p:sp>
      <p:sp>
        <p:nvSpPr>
          <p:cNvPr id="5" name="Content Placeholder 4">
            <a:extLst>
              <a:ext uri="{FF2B5EF4-FFF2-40B4-BE49-F238E27FC236}">
                <a16:creationId xmlns:a16="http://schemas.microsoft.com/office/drawing/2014/main" id="{70120434-1EA8-C9A9-BC5A-E55C3223D53D}"/>
              </a:ext>
            </a:extLst>
          </p:cNvPr>
          <p:cNvSpPr>
            <a:spLocks noGrp="1"/>
          </p:cNvSpPr>
          <p:nvPr>
            <p:ph idx="1"/>
          </p:nvPr>
        </p:nvSpPr>
        <p:spPr>
          <a:xfrm>
            <a:off x="6172200" y="804672"/>
            <a:ext cx="5221224" cy="5230368"/>
          </a:xfrm>
        </p:spPr>
        <p:txBody>
          <a:bodyPr anchor="ctr">
            <a:normAutofit/>
          </a:bodyPr>
          <a:lstStyle/>
          <a:p>
            <a:pPr>
              <a:buFont typeface="Arial" panose="020B0604020202020204" pitchFamily="34" charset="0"/>
              <a:buChar char="•"/>
            </a:pPr>
            <a:r>
              <a:rPr lang="en-US" sz="1800" b="1">
                <a:solidFill>
                  <a:schemeClr val="tx2"/>
                </a:solidFill>
              </a:rPr>
              <a:t>Encoding:</a:t>
            </a:r>
            <a:r>
              <a:rPr lang="en-US" sz="1800">
                <a:solidFill>
                  <a:schemeClr val="tx2"/>
                </a:solidFill>
              </a:rPr>
              <a:t> Converting text data (Categories, Regions, Methods) into numerical format using </a:t>
            </a:r>
            <a:r>
              <a:rPr lang="en-US" sz="1800">
                <a:solidFill>
                  <a:schemeClr val="tx2"/>
                </a:solidFill>
                <a:latin typeface="Courier New" panose="02070309020205020404" pitchFamily="49" charset="0"/>
              </a:rPr>
              <a:t>LabelEncoder</a:t>
            </a:r>
            <a:r>
              <a:rPr lang="en-US" sz="1800">
                <a:solidFill>
                  <a:schemeClr val="tx2"/>
                </a:solidFill>
              </a:rPr>
              <a:t>.</a:t>
            </a:r>
          </a:p>
          <a:p>
            <a:pPr>
              <a:buFont typeface="Arial" panose="020B0604020202020204" pitchFamily="34" charset="0"/>
              <a:buChar char="•"/>
            </a:pPr>
            <a:r>
              <a:rPr lang="en-US" sz="1800" b="1">
                <a:solidFill>
                  <a:schemeClr val="tx2"/>
                </a:solidFill>
              </a:rPr>
              <a:t>Feature Selection:</a:t>
            </a:r>
            <a:r>
              <a:rPr lang="en-US" sz="1800">
                <a:solidFill>
                  <a:schemeClr val="tx2"/>
                </a:solidFill>
              </a:rPr>
              <a:t> * </a:t>
            </a:r>
            <a:r>
              <a:rPr lang="en-US" sz="1800" i="1">
                <a:solidFill>
                  <a:schemeClr val="tx2"/>
                </a:solidFill>
              </a:rPr>
              <a:t>Target:</a:t>
            </a:r>
            <a:r>
              <a:rPr lang="en-US" sz="1800">
                <a:solidFill>
                  <a:schemeClr val="tx2"/>
                </a:solidFill>
              </a:rPr>
              <a:t> </a:t>
            </a:r>
            <a:r>
              <a:rPr lang="en-US" sz="1800">
                <a:solidFill>
                  <a:schemeClr val="tx2"/>
                </a:solidFill>
                <a:latin typeface="Courier New" panose="02070309020205020404" pitchFamily="49" charset="0"/>
              </a:rPr>
              <a:t>Status</a:t>
            </a:r>
            <a:r>
              <a:rPr lang="en-US" sz="1800">
                <a:solidFill>
                  <a:schemeClr val="tx2"/>
                </a:solidFill>
              </a:rPr>
              <a:t> (What we want to predict).</a:t>
            </a:r>
          </a:p>
          <a:p>
            <a:pPr marL="742950" lvl="1" indent="-285750">
              <a:buFont typeface="Arial" panose="020B0604020202020204" pitchFamily="34" charset="0"/>
              <a:buChar char="•"/>
            </a:pPr>
            <a:r>
              <a:rPr lang="en-US" sz="1800" i="1">
                <a:solidFill>
                  <a:schemeClr val="tx2"/>
                </a:solidFill>
              </a:rPr>
              <a:t>Excluded:</a:t>
            </a:r>
            <a:r>
              <a:rPr lang="en-US" sz="1800">
                <a:solidFill>
                  <a:schemeClr val="tx2"/>
                </a:solidFill>
              </a:rPr>
              <a:t> </a:t>
            </a:r>
            <a:r>
              <a:rPr lang="en-US" sz="1800">
                <a:solidFill>
                  <a:schemeClr val="tx2"/>
                </a:solidFill>
                <a:latin typeface="Courier New" panose="02070309020205020404" pitchFamily="49" charset="0"/>
              </a:rPr>
              <a:t>Contract_ID</a:t>
            </a:r>
            <a:r>
              <a:rPr lang="en-US" sz="1800">
                <a:solidFill>
                  <a:schemeClr val="tx2"/>
                </a:solidFill>
              </a:rPr>
              <a:t> (Unique identifiers that don't help prediction).</a:t>
            </a:r>
          </a:p>
          <a:p>
            <a:pPr>
              <a:buFont typeface="Arial" panose="020B0604020202020204" pitchFamily="34" charset="0"/>
              <a:buChar char="•"/>
            </a:pPr>
            <a:r>
              <a:rPr lang="en-US" sz="1800" b="1">
                <a:solidFill>
                  <a:schemeClr val="tx2"/>
                </a:solidFill>
              </a:rPr>
              <a:t>Feature Scaling:</a:t>
            </a:r>
            <a:r>
              <a:rPr lang="en-US" sz="1800">
                <a:solidFill>
                  <a:schemeClr val="tx2"/>
                </a:solidFill>
              </a:rPr>
              <a:t> Using </a:t>
            </a:r>
            <a:r>
              <a:rPr lang="en-US" sz="1800">
                <a:solidFill>
                  <a:schemeClr val="tx2"/>
                </a:solidFill>
                <a:latin typeface="Courier New" panose="02070309020205020404" pitchFamily="49" charset="0"/>
              </a:rPr>
              <a:t>StandardScaler</a:t>
            </a:r>
            <a:r>
              <a:rPr lang="en-US" sz="1800">
                <a:solidFill>
                  <a:schemeClr val="tx2"/>
                </a:solidFill>
              </a:rPr>
              <a:t> to ensure all numerical inputs (like large contract values) are on the same scale for the Neural Network.</a:t>
            </a:r>
          </a:p>
          <a:p>
            <a:endParaRPr lang="en-US" sz="1800">
              <a:solidFill>
                <a:schemeClr val="tx2"/>
              </a:solidFill>
            </a:endParaRPr>
          </a:p>
        </p:txBody>
      </p:sp>
    </p:spTree>
    <p:extLst>
      <p:ext uri="{BB962C8B-B14F-4D97-AF65-F5344CB8AC3E}">
        <p14:creationId xmlns:p14="http://schemas.microsoft.com/office/powerpoint/2010/main" val="39305801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E10650BA-D090-4A23-98E3-B48BBAEA92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Sheep in bubbles">
            <a:extLst>
              <a:ext uri="{FF2B5EF4-FFF2-40B4-BE49-F238E27FC236}">
                <a16:creationId xmlns:a16="http://schemas.microsoft.com/office/drawing/2014/main" id="{DE49D586-991F-5DDB-C666-E3DB2B5A6718}"/>
              </a:ext>
            </a:extLst>
          </p:cNvPr>
          <p:cNvPicPr>
            <a:picLocks noChangeAspect="1"/>
          </p:cNvPicPr>
          <p:nvPr/>
        </p:nvPicPr>
        <p:blipFill>
          <a:blip r:embed="rId2"/>
          <a:srcRect l="16867" r="23396" b="-1"/>
          <a:stretch>
            <a:fillRect/>
          </a:stretch>
        </p:blipFill>
        <p:spPr>
          <a:xfrm>
            <a:off x="-9527" y="3725"/>
            <a:ext cx="5846165" cy="6850548"/>
          </a:xfrm>
          <a:prstGeom prst="rect">
            <a:avLst/>
          </a:prstGeom>
        </p:spPr>
      </p:pic>
      <p:grpSp>
        <p:nvGrpSpPr>
          <p:cNvPr id="28" name="Group 27">
            <a:extLst>
              <a:ext uri="{FF2B5EF4-FFF2-40B4-BE49-F238E27FC236}">
                <a16:creationId xmlns:a16="http://schemas.microsoft.com/office/drawing/2014/main" id="{FFB939B9-73CE-4644-87BB-72AEBF00114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527" y="-6558"/>
            <a:ext cx="6254832" cy="6874766"/>
            <a:chOff x="-9149" y="3725"/>
            <a:chExt cx="6254832" cy="6887203"/>
          </a:xfrm>
        </p:grpSpPr>
        <p:sp>
          <p:nvSpPr>
            <p:cNvPr id="12" name="Freeform: Shape 11">
              <a:extLst>
                <a:ext uri="{FF2B5EF4-FFF2-40B4-BE49-F238E27FC236}">
                  <a16:creationId xmlns:a16="http://schemas.microsoft.com/office/drawing/2014/main" id="{15F2A0CF-7879-4629-AC2B-4069D77A3C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49" y="238645"/>
              <a:ext cx="5933139" cy="6387893"/>
            </a:xfrm>
            <a:custGeom>
              <a:avLst/>
              <a:gdLst>
                <a:gd name="connsiteX0" fmla="*/ 5852909 w 5933139"/>
                <a:gd name="connsiteY0" fmla="*/ 2469528 h 6335678"/>
                <a:gd name="connsiteX1" fmla="*/ 5830799 w 5933139"/>
                <a:gd name="connsiteY1" fmla="*/ 2394015 h 6335678"/>
                <a:gd name="connsiteX2" fmla="*/ 5805878 w 5933139"/>
                <a:gd name="connsiteY2" fmla="*/ 2319439 h 6335678"/>
                <a:gd name="connsiteX3" fmla="*/ 5778708 w 5933139"/>
                <a:gd name="connsiteY3" fmla="*/ 2245800 h 6335678"/>
                <a:gd name="connsiteX4" fmla="*/ 5652978 w 5933139"/>
                <a:gd name="connsiteY4" fmla="*/ 1959675 h 6335678"/>
                <a:gd name="connsiteX5" fmla="*/ 5327691 w 5933139"/>
                <a:gd name="connsiteY5" fmla="*/ 1432958 h 6335678"/>
                <a:gd name="connsiteX6" fmla="*/ 4921458 w 5933139"/>
                <a:gd name="connsiteY6" fmla="*/ 973322 h 6335678"/>
                <a:gd name="connsiteX7" fmla="*/ 4450018 w 5933139"/>
                <a:gd name="connsiteY7" fmla="*/ 586764 h 6335678"/>
                <a:gd name="connsiteX8" fmla="*/ 4193311 w 5933139"/>
                <a:gd name="connsiteY8" fmla="*/ 423558 h 6335678"/>
                <a:gd name="connsiteX9" fmla="*/ 3924237 w 5933139"/>
                <a:gd name="connsiteY9" fmla="*/ 281901 h 6335678"/>
                <a:gd name="connsiteX10" fmla="*/ 3352175 w 5933139"/>
                <a:gd name="connsiteY10" fmla="*/ 75786 h 6335678"/>
                <a:gd name="connsiteX11" fmla="*/ 3051997 w 5933139"/>
                <a:gd name="connsiteY11" fmla="*/ 19011 h 6335678"/>
                <a:gd name="connsiteX12" fmla="*/ 2745823 w 5933139"/>
                <a:gd name="connsiteY12" fmla="*/ 86 h 6335678"/>
                <a:gd name="connsiteX13" fmla="*/ 2141720 w 5933139"/>
                <a:gd name="connsiteY13" fmla="*/ 55550 h 6335678"/>
                <a:gd name="connsiteX14" fmla="*/ 1551295 w 5933139"/>
                <a:gd name="connsiteY14" fmla="*/ 216319 h 6335678"/>
                <a:gd name="connsiteX15" fmla="*/ 1001718 w 5933139"/>
                <a:gd name="connsiteY15" fmla="*/ 498134 h 6335678"/>
                <a:gd name="connsiteX16" fmla="*/ 754755 w 5933139"/>
                <a:gd name="connsiteY16" fmla="*/ 685886 h 6335678"/>
                <a:gd name="connsiteX17" fmla="*/ 533462 w 5933139"/>
                <a:gd name="connsiteY17" fmla="*/ 903056 h 6335678"/>
                <a:gd name="connsiteX18" fmla="*/ 0 w 5933139"/>
                <a:gd name="connsiteY18" fmla="*/ 1646568 h 6335678"/>
                <a:gd name="connsiteX19" fmla="*/ 0 w 5933139"/>
                <a:gd name="connsiteY19" fmla="*/ 4709059 h 6335678"/>
                <a:gd name="connsiteX20" fmla="*/ 120671 w 5933139"/>
                <a:gd name="connsiteY20" fmla="*/ 4907491 h 6335678"/>
                <a:gd name="connsiteX21" fmla="*/ 507979 w 5933139"/>
                <a:gd name="connsiteY21" fmla="*/ 5384178 h 6335678"/>
                <a:gd name="connsiteX22" fmla="*/ 972112 w 5933139"/>
                <a:gd name="connsiteY22" fmla="*/ 5778607 h 6335678"/>
                <a:gd name="connsiteX23" fmla="*/ 1229943 w 5933139"/>
                <a:gd name="connsiteY23" fmla="*/ 5939939 h 6335678"/>
                <a:gd name="connsiteX24" fmla="*/ 1502389 w 5933139"/>
                <a:gd name="connsiteY24" fmla="*/ 6073913 h 6335678"/>
                <a:gd name="connsiteX25" fmla="*/ 2673870 w 5933139"/>
                <a:gd name="connsiteY25" fmla="*/ 6333993 h 6335678"/>
                <a:gd name="connsiteX26" fmla="*/ 2749196 w 5933139"/>
                <a:gd name="connsiteY26" fmla="*/ 6335679 h 6335678"/>
                <a:gd name="connsiteX27" fmla="*/ 2787983 w 5933139"/>
                <a:gd name="connsiteY27" fmla="*/ 6335492 h 6335678"/>
                <a:gd name="connsiteX28" fmla="*/ 2826770 w 5933139"/>
                <a:gd name="connsiteY28" fmla="*/ 6334368 h 6335678"/>
                <a:gd name="connsiteX29" fmla="*/ 2981918 w 5933139"/>
                <a:gd name="connsiteY29" fmla="*/ 6319939 h 6335678"/>
                <a:gd name="connsiteX30" fmla="*/ 3285282 w 5933139"/>
                <a:gd name="connsiteY30" fmla="*/ 6241803 h 6335678"/>
                <a:gd name="connsiteX31" fmla="*/ 3566347 w 5933139"/>
                <a:gd name="connsiteY31" fmla="*/ 6104831 h 6335678"/>
                <a:gd name="connsiteX32" fmla="*/ 3818369 w 5933139"/>
                <a:gd name="connsiteY32" fmla="*/ 5926823 h 6335678"/>
                <a:gd name="connsiteX33" fmla="*/ 4044908 w 5933139"/>
                <a:gd name="connsiteY33" fmla="*/ 5726329 h 6335678"/>
                <a:gd name="connsiteX34" fmla="*/ 4151151 w 5933139"/>
                <a:gd name="connsiteY34" fmla="*/ 5622147 h 6335678"/>
                <a:gd name="connsiteX35" fmla="*/ 4253834 w 5933139"/>
                <a:gd name="connsiteY35" fmla="*/ 5516841 h 6335678"/>
                <a:gd name="connsiteX36" fmla="*/ 4452453 w 5933139"/>
                <a:gd name="connsiteY36" fmla="*/ 5306979 h 6335678"/>
                <a:gd name="connsiteX37" fmla="*/ 4548578 w 5933139"/>
                <a:gd name="connsiteY37" fmla="*/ 5202797 h 6335678"/>
                <a:gd name="connsiteX38" fmla="*/ 4596546 w 5933139"/>
                <a:gd name="connsiteY38" fmla="*/ 5151456 h 6335678"/>
                <a:gd name="connsiteX39" fmla="*/ 4643016 w 5933139"/>
                <a:gd name="connsiteY39" fmla="*/ 5103300 h 6335678"/>
                <a:gd name="connsiteX40" fmla="*/ 4739515 w 5933139"/>
                <a:gd name="connsiteY40" fmla="*/ 5013172 h 6335678"/>
                <a:gd name="connsiteX41" fmla="*/ 4842198 w 5933139"/>
                <a:gd name="connsiteY41" fmla="*/ 4930164 h 6335678"/>
                <a:gd name="connsiteX42" fmla="*/ 5071360 w 5933139"/>
                <a:gd name="connsiteY42" fmla="*/ 4780449 h 6335678"/>
                <a:gd name="connsiteX43" fmla="*/ 5332001 w 5933139"/>
                <a:gd name="connsiteY43" fmla="*/ 4615932 h 6335678"/>
                <a:gd name="connsiteX44" fmla="*/ 5397396 w 5933139"/>
                <a:gd name="connsiteY44" fmla="*/ 4563655 h 6335678"/>
                <a:gd name="connsiteX45" fmla="*/ 5459417 w 5933139"/>
                <a:gd name="connsiteY45" fmla="*/ 4505380 h 6335678"/>
                <a:gd name="connsiteX46" fmla="*/ 5567159 w 5933139"/>
                <a:gd name="connsiteY46" fmla="*/ 4374029 h 6335678"/>
                <a:gd name="connsiteX47" fmla="*/ 5651292 w 5933139"/>
                <a:gd name="connsiteY47" fmla="*/ 4231810 h 6335678"/>
                <a:gd name="connsiteX48" fmla="*/ 5716686 w 5933139"/>
                <a:gd name="connsiteY48" fmla="*/ 4085655 h 6335678"/>
                <a:gd name="connsiteX49" fmla="*/ 5820681 w 5933139"/>
                <a:gd name="connsiteY49" fmla="*/ 3791848 h 6335678"/>
                <a:gd name="connsiteX50" fmla="*/ 5898629 w 5933139"/>
                <a:gd name="connsiteY50" fmla="*/ 3487922 h 6335678"/>
                <a:gd name="connsiteX51" fmla="*/ 5932170 w 5933139"/>
                <a:gd name="connsiteY51" fmla="*/ 3174066 h 6335678"/>
                <a:gd name="connsiteX52" fmla="*/ 5872209 w 5933139"/>
                <a:gd name="connsiteY52" fmla="*/ 2545978 h 6335678"/>
                <a:gd name="connsiteX53" fmla="*/ 5852909 w 5933139"/>
                <a:gd name="connsiteY53" fmla="*/ 2469528 h 6335678"/>
                <a:gd name="connsiteX54" fmla="*/ 5507386 w 5933139"/>
                <a:gd name="connsiteY54" fmla="*/ 3724580 h 6335678"/>
                <a:gd name="connsiteX55" fmla="*/ 5453609 w 5933139"/>
                <a:gd name="connsiteY55" fmla="*/ 3989906 h 6335678"/>
                <a:gd name="connsiteX56" fmla="*/ 5344181 w 5933139"/>
                <a:gd name="connsiteY56" fmla="*/ 4220380 h 6335678"/>
                <a:gd name="connsiteX57" fmla="*/ 5171419 w 5933139"/>
                <a:gd name="connsiteY57" fmla="*/ 4388644 h 6335678"/>
                <a:gd name="connsiteX58" fmla="*/ 5057868 w 5933139"/>
                <a:gd name="connsiteY58" fmla="*/ 4453851 h 6335678"/>
                <a:gd name="connsiteX59" fmla="*/ 4930265 w 5933139"/>
                <a:gd name="connsiteY59" fmla="*/ 4516810 h 6335678"/>
                <a:gd name="connsiteX60" fmla="*/ 4660067 w 5933139"/>
                <a:gd name="connsiteY60" fmla="*/ 4664276 h 6335678"/>
                <a:gd name="connsiteX61" fmla="*/ 4408794 w 5933139"/>
                <a:gd name="connsiteY61" fmla="*/ 4857836 h 6335678"/>
                <a:gd name="connsiteX62" fmla="*/ 4352207 w 5933139"/>
                <a:gd name="connsiteY62" fmla="*/ 4911988 h 6335678"/>
                <a:gd name="connsiteX63" fmla="*/ 4299366 w 5933139"/>
                <a:gd name="connsiteY63" fmla="*/ 4965390 h 6335678"/>
                <a:gd name="connsiteX64" fmla="*/ 4197621 w 5933139"/>
                <a:gd name="connsiteY64" fmla="*/ 5074257 h 6335678"/>
                <a:gd name="connsiteX65" fmla="*/ 4008744 w 5933139"/>
                <a:gd name="connsiteY65" fmla="*/ 5297985 h 6335678"/>
                <a:gd name="connsiteX66" fmla="*/ 3917304 w 5933139"/>
                <a:gd name="connsiteY66" fmla="*/ 5409100 h 6335678"/>
                <a:gd name="connsiteX67" fmla="*/ 3826052 w 5933139"/>
                <a:gd name="connsiteY67" fmla="*/ 5518153 h 6335678"/>
                <a:gd name="connsiteX68" fmla="*/ 3637925 w 5933139"/>
                <a:gd name="connsiteY68" fmla="*/ 5725017 h 6335678"/>
                <a:gd name="connsiteX69" fmla="*/ 3433497 w 5933139"/>
                <a:gd name="connsiteY69" fmla="*/ 5906586 h 6335678"/>
                <a:gd name="connsiteX70" fmla="*/ 3204522 w 5933139"/>
                <a:gd name="connsiteY70" fmla="*/ 6046744 h 6335678"/>
                <a:gd name="connsiteX71" fmla="*/ 2950439 w 5933139"/>
                <a:gd name="connsiteY71" fmla="*/ 6129190 h 6335678"/>
                <a:gd name="connsiteX72" fmla="*/ 2816839 w 5933139"/>
                <a:gd name="connsiteY72" fmla="*/ 6146428 h 6335678"/>
                <a:gd name="connsiteX73" fmla="*/ 2749009 w 5933139"/>
                <a:gd name="connsiteY73" fmla="*/ 6149051 h 6335678"/>
                <a:gd name="connsiteX74" fmla="*/ 2678930 w 5933139"/>
                <a:gd name="connsiteY74" fmla="*/ 6148677 h 6335678"/>
                <a:gd name="connsiteX75" fmla="*/ 2125793 w 5933139"/>
                <a:gd name="connsiteY75" fmla="*/ 6065481 h 6335678"/>
                <a:gd name="connsiteX76" fmla="*/ 1610506 w 5933139"/>
                <a:gd name="connsiteY76" fmla="*/ 5851310 h 6335678"/>
                <a:gd name="connsiteX77" fmla="*/ 1373099 w 5933139"/>
                <a:gd name="connsiteY77" fmla="*/ 5706279 h 6335678"/>
                <a:gd name="connsiteX78" fmla="*/ 1315949 w 5933139"/>
                <a:gd name="connsiteY78" fmla="*/ 5666743 h 6335678"/>
                <a:gd name="connsiteX79" fmla="*/ 1259923 w 5933139"/>
                <a:gd name="connsiteY79" fmla="*/ 5625894 h 6335678"/>
                <a:gd name="connsiteX80" fmla="*/ 1204647 w 5933139"/>
                <a:gd name="connsiteY80" fmla="*/ 5583922 h 6335678"/>
                <a:gd name="connsiteX81" fmla="*/ 1150308 w 5933139"/>
                <a:gd name="connsiteY81" fmla="*/ 5540826 h 6335678"/>
                <a:gd name="connsiteX82" fmla="*/ 751569 w 5933139"/>
                <a:gd name="connsiteY82" fmla="*/ 5158015 h 6335678"/>
                <a:gd name="connsiteX83" fmla="*/ 663315 w 5933139"/>
                <a:gd name="connsiteY83" fmla="*/ 5052146 h 6335678"/>
                <a:gd name="connsiteX84" fmla="*/ 580869 w 5933139"/>
                <a:gd name="connsiteY84" fmla="*/ 4942718 h 6335678"/>
                <a:gd name="connsiteX85" fmla="*/ 432279 w 5933139"/>
                <a:gd name="connsiteY85" fmla="*/ 4713369 h 6335678"/>
                <a:gd name="connsiteX86" fmla="*/ 205553 w 5933139"/>
                <a:gd name="connsiteY86" fmla="*/ 4219443 h 6335678"/>
                <a:gd name="connsiteX87" fmla="*/ 79448 w 5933139"/>
                <a:gd name="connsiteY87" fmla="*/ 3693850 h 6335678"/>
                <a:gd name="connsiteX88" fmla="*/ 53590 w 5933139"/>
                <a:gd name="connsiteY88" fmla="*/ 3425339 h 6335678"/>
                <a:gd name="connsiteX89" fmla="*/ 49655 w 5933139"/>
                <a:gd name="connsiteY89" fmla="*/ 3155890 h 6335678"/>
                <a:gd name="connsiteX90" fmla="*/ 67830 w 5933139"/>
                <a:gd name="connsiteY90" fmla="*/ 2886817 h 6335678"/>
                <a:gd name="connsiteX91" fmla="*/ 108679 w 5933139"/>
                <a:gd name="connsiteY91" fmla="*/ 2619992 h 6335678"/>
                <a:gd name="connsiteX92" fmla="*/ 263077 w 5933139"/>
                <a:gd name="connsiteY92" fmla="*/ 2101520 h 6335678"/>
                <a:gd name="connsiteX93" fmla="*/ 837575 w 5933139"/>
                <a:gd name="connsiteY93" fmla="*/ 1186370 h 6335678"/>
                <a:gd name="connsiteX94" fmla="*/ 1031698 w 5933139"/>
                <a:gd name="connsiteY94" fmla="*/ 996932 h 6335678"/>
                <a:gd name="connsiteX95" fmla="*/ 1236688 w 5933139"/>
                <a:gd name="connsiteY95" fmla="*/ 819298 h 6335678"/>
                <a:gd name="connsiteX96" fmla="*/ 1687143 w 5933139"/>
                <a:gd name="connsiteY96" fmla="*/ 511438 h 6335678"/>
                <a:gd name="connsiteX97" fmla="*/ 2196246 w 5933139"/>
                <a:gd name="connsiteY97" fmla="*/ 300639 h 6335678"/>
                <a:gd name="connsiteX98" fmla="*/ 2745823 w 5933139"/>
                <a:gd name="connsiteY98" fmla="*/ 229248 h 6335678"/>
                <a:gd name="connsiteX99" fmla="*/ 3019206 w 5933139"/>
                <a:gd name="connsiteY99" fmla="*/ 252108 h 6335678"/>
                <a:gd name="connsiteX100" fmla="*/ 3288092 w 5933139"/>
                <a:gd name="connsiteY100" fmla="*/ 313006 h 6335678"/>
                <a:gd name="connsiteX101" fmla="*/ 3548172 w 5933139"/>
                <a:gd name="connsiteY101" fmla="*/ 407069 h 6335678"/>
                <a:gd name="connsiteX102" fmla="*/ 3611505 w 5933139"/>
                <a:gd name="connsiteY102" fmla="*/ 435176 h 6335678"/>
                <a:gd name="connsiteX103" fmla="*/ 3674089 w 5933139"/>
                <a:gd name="connsiteY103" fmla="*/ 464968 h 6335678"/>
                <a:gd name="connsiteX104" fmla="*/ 3735736 w 5933139"/>
                <a:gd name="connsiteY104" fmla="*/ 496823 h 6335678"/>
                <a:gd name="connsiteX105" fmla="*/ 3796634 w 5933139"/>
                <a:gd name="connsiteY105" fmla="*/ 530176 h 6335678"/>
                <a:gd name="connsiteX106" fmla="*/ 4251585 w 5933139"/>
                <a:gd name="connsiteY106" fmla="*/ 847405 h 6335678"/>
                <a:gd name="connsiteX107" fmla="*/ 4644515 w 5933139"/>
                <a:gd name="connsiteY107" fmla="*/ 1236775 h 6335678"/>
                <a:gd name="connsiteX108" fmla="*/ 4816527 w 5933139"/>
                <a:gd name="connsiteY108" fmla="*/ 1451883 h 6335678"/>
                <a:gd name="connsiteX109" fmla="*/ 4970738 w 5933139"/>
                <a:gd name="connsiteY109" fmla="*/ 1678610 h 6335678"/>
                <a:gd name="connsiteX110" fmla="*/ 5223885 w 5933139"/>
                <a:gd name="connsiteY110" fmla="*/ 2159232 h 6335678"/>
                <a:gd name="connsiteX111" fmla="*/ 5395709 w 5933139"/>
                <a:gd name="connsiteY111" fmla="*/ 2666087 h 6335678"/>
                <a:gd name="connsiteX112" fmla="*/ 5458855 w 5933139"/>
                <a:gd name="connsiteY112" fmla="*/ 2924292 h 6335678"/>
                <a:gd name="connsiteX113" fmla="*/ 5499142 w 5933139"/>
                <a:gd name="connsiteY113" fmla="*/ 3186995 h 6335678"/>
                <a:gd name="connsiteX114" fmla="*/ 5516755 w 5933139"/>
                <a:gd name="connsiteY114" fmla="*/ 3454007 h 6335678"/>
                <a:gd name="connsiteX115" fmla="*/ 5507386 w 5933139"/>
                <a:gd name="connsiteY115" fmla="*/ 3724580 h 63356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Lst>
              <a:rect l="l" t="t" r="r" b="b"/>
              <a:pathLst>
                <a:path w="5933139" h="6335678">
                  <a:moveTo>
                    <a:pt x="5852909" y="2469528"/>
                  </a:moveTo>
                  <a:lnTo>
                    <a:pt x="5830799" y="2394015"/>
                  </a:lnTo>
                  <a:lnTo>
                    <a:pt x="5805878" y="2319439"/>
                  </a:lnTo>
                  <a:cubicBezTo>
                    <a:pt x="5797446" y="2294705"/>
                    <a:pt x="5787890" y="2270346"/>
                    <a:pt x="5778708" y="2245800"/>
                  </a:cubicBezTo>
                  <a:cubicBezTo>
                    <a:pt x="5740858" y="2148364"/>
                    <a:pt x="5699073" y="2052614"/>
                    <a:pt x="5652978" y="1959675"/>
                  </a:cubicBezTo>
                  <a:cubicBezTo>
                    <a:pt x="5559664" y="1773985"/>
                    <a:pt x="5450986" y="1597663"/>
                    <a:pt x="5327691" y="1432958"/>
                  </a:cubicBezTo>
                  <a:cubicBezTo>
                    <a:pt x="5204960" y="1268067"/>
                    <a:pt x="5068362" y="1114980"/>
                    <a:pt x="4921458" y="973322"/>
                  </a:cubicBezTo>
                  <a:cubicBezTo>
                    <a:pt x="4774742" y="831665"/>
                    <a:pt x="4616408" y="703125"/>
                    <a:pt x="4450018" y="586764"/>
                  </a:cubicBezTo>
                  <a:cubicBezTo>
                    <a:pt x="4366822" y="528489"/>
                    <a:pt x="4281003" y="474337"/>
                    <a:pt x="4193311" y="423558"/>
                  </a:cubicBezTo>
                  <a:cubicBezTo>
                    <a:pt x="4105806" y="372404"/>
                    <a:pt x="4015865" y="325560"/>
                    <a:pt x="3924237" y="281901"/>
                  </a:cubicBezTo>
                  <a:cubicBezTo>
                    <a:pt x="3740983" y="195333"/>
                    <a:pt x="3549483" y="125067"/>
                    <a:pt x="3352175" y="75786"/>
                  </a:cubicBezTo>
                  <a:cubicBezTo>
                    <a:pt x="3253428" y="51240"/>
                    <a:pt x="3153368" y="31565"/>
                    <a:pt x="3051997" y="19011"/>
                  </a:cubicBezTo>
                  <a:cubicBezTo>
                    <a:pt x="2950814" y="5895"/>
                    <a:pt x="2848506" y="-851"/>
                    <a:pt x="2745823" y="86"/>
                  </a:cubicBezTo>
                  <a:cubicBezTo>
                    <a:pt x="2543643" y="1585"/>
                    <a:pt x="2341838" y="20135"/>
                    <a:pt x="2141720" y="55550"/>
                  </a:cubicBezTo>
                  <a:cubicBezTo>
                    <a:pt x="1941976" y="91339"/>
                    <a:pt x="1743356" y="143055"/>
                    <a:pt x="1551295" y="216319"/>
                  </a:cubicBezTo>
                  <a:cubicBezTo>
                    <a:pt x="1359233" y="289396"/>
                    <a:pt x="1173917" y="383459"/>
                    <a:pt x="1001718" y="498134"/>
                  </a:cubicBezTo>
                  <a:cubicBezTo>
                    <a:pt x="915712" y="555659"/>
                    <a:pt x="832141" y="617119"/>
                    <a:pt x="754755" y="685886"/>
                  </a:cubicBezTo>
                  <a:cubicBezTo>
                    <a:pt x="677555" y="754841"/>
                    <a:pt x="604666" y="828293"/>
                    <a:pt x="533462" y="903056"/>
                  </a:cubicBezTo>
                  <a:cubicBezTo>
                    <a:pt x="323413" y="1125660"/>
                    <a:pt x="143906" y="1376370"/>
                    <a:pt x="0" y="1646568"/>
                  </a:cubicBezTo>
                  <a:lnTo>
                    <a:pt x="0" y="4709059"/>
                  </a:lnTo>
                  <a:cubicBezTo>
                    <a:pt x="37850" y="4776702"/>
                    <a:pt x="78136" y="4843033"/>
                    <a:pt x="120671" y="4907491"/>
                  </a:cubicBezTo>
                  <a:cubicBezTo>
                    <a:pt x="234034" y="5078941"/>
                    <a:pt x="365198" y="5239336"/>
                    <a:pt x="507979" y="5384178"/>
                  </a:cubicBezTo>
                  <a:cubicBezTo>
                    <a:pt x="650948" y="5529395"/>
                    <a:pt x="805909" y="5662059"/>
                    <a:pt x="972112" y="5778607"/>
                  </a:cubicBezTo>
                  <a:cubicBezTo>
                    <a:pt x="1055308" y="5836881"/>
                    <a:pt x="1141314" y="5890846"/>
                    <a:pt x="1229943" y="5939939"/>
                  </a:cubicBezTo>
                  <a:cubicBezTo>
                    <a:pt x="1318385" y="5989406"/>
                    <a:pt x="1409450" y="6033815"/>
                    <a:pt x="1502389" y="6073913"/>
                  </a:cubicBezTo>
                  <a:cubicBezTo>
                    <a:pt x="1874145" y="6233559"/>
                    <a:pt x="2272884" y="6320689"/>
                    <a:pt x="2673870" y="6333993"/>
                  </a:cubicBezTo>
                  <a:lnTo>
                    <a:pt x="2749196" y="6335679"/>
                  </a:lnTo>
                  <a:lnTo>
                    <a:pt x="2787983" y="6335492"/>
                  </a:lnTo>
                  <a:lnTo>
                    <a:pt x="2826770" y="6334368"/>
                  </a:lnTo>
                  <a:cubicBezTo>
                    <a:pt x="2878486" y="6332494"/>
                    <a:pt x="2930390" y="6327247"/>
                    <a:pt x="2981918" y="6319939"/>
                  </a:cubicBezTo>
                  <a:cubicBezTo>
                    <a:pt x="3085163" y="6304949"/>
                    <a:pt x="3187096" y="6278529"/>
                    <a:pt x="3285282" y="6241803"/>
                  </a:cubicBezTo>
                  <a:cubicBezTo>
                    <a:pt x="3383467" y="6205265"/>
                    <a:pt x="3477530" y="6158608"/>
                    <a:pt x="3566347" y="6104831"/>
                  </a:cubicBezTo>
                  <a:cubicBezTo>
                    <a:pt x="3655164" y="6051053"/>
                    <a:pt x="3739109" y="5990905"/>
                    <a:pt x="3818369" y="5926823"/>
                  </a:cubicBezTo>
                  <a:cubicBezTo>
                    <a:pt x="3897630" y="5862739"/>
                    <a:pt x="3973143" y="5795471"/>
                    <a:pt x="4044908" y="5726329"/>
                  </a:cubicBezTo>
                  <a:cubicBezTo>
                    <a:pt x="4080884" y="5691852"/>
                    <a:pt x="4116299" y="5656999"/>
                    <a:pt x="4151151" y="5622147"/>
                  </a:cubicBezTo>
                  <a:cubicBezTo>
                    <a:pt x="4185816" y="5586920"/>
                    <a:pt x="4220106" y="5552068"/>
                    <a:pt x="4253834" y="5516841"/>
                  </a:cubicBezTo>
                  <a:cubicBezTo>
                    <a:pt x="4321289" y="5446388"/>
                    <a:pt x="4387808" y="5376871"/>
                    <a:pt x="4452453" y="5306979"/>
                  </a:cubicBezTo>
                  <a:lnTo>
                    <a:pt x="4548578" y="5202797"/>
                  </a:lnTo>
                  <a:lnTo>
                    <a:pt x="4596546" y="5151456"/>
                  </a:lnTo>
                  <a:cubicBezTo>
                    <a:pt x="4612661" y="5134592"/>
                    <a:pt x="4627276" y="5119040"/>
                    <a:pt x="4643016" y="5103300"/>
                  </a:cubicBezTo>
                  <a:cubicBezTo>
                    <a:pt x="4674308" y="5072196"/>
                    <a:pt x="4706162" y="5041841"/>
                    <a:pt x="4739515" y="5013172"/>
                  </a:cubicBezTo>
                  <a:cubicBezTo>
                    <a:pt x="4772493" y="4984128"/>
                    <a:pt x="4806596" y="4956397"/>
                    <a:pt x="4842198" y="4930164"/>
                  </a:cubicBezTo>
                  <a:cubicBezTo>
                    <a:pt x="4913026" y="4876949"/>
                    <a:pt x="4988914" y="4828980"/>
                    <a:pt x="5071360" y="4780449"/>
                  </a:cubicBezTo>
                  <a:cubicBezTo>
                    <a:pt x="5153243" y="4731544"/>
                    <a:pt x="5243372" y="4682076"/>
                    <a:pt x="5332001" y="4615932"/>
                  </a:cubicBezTo>
                  <a:cubicBezTo>
                    <a:pt x="5354111" y="4599443"/>
                    <a:pt x="5376035" y="4582205"/>
                    <a:pt x="5397396" y="4563655"/>
                  </a:cubicBezTo>
                  <a:cubicBezTo>
                    <a:pt x="5418757" y="4545104"/>
                    <a:pt x="5439368" y="4525617"/>
                    <a:pt x="5459417" y="4505380"/>
                  </a:cubicBezTo>
                  <a:cubicBezTo>
                    <a:pt x="5499329" y="4464719"/>
                    <a:pt x="5535493" y="4420311"/>
                    <a:pt x="5567159" y="4374029"/>
                  </a:cubicBezTo>
                  <a:cubicBezTo>
                    <a:pt x="5599388" y="4328121"/>
                    <a:pt x="5626558" y="4279965"/>
                    <a:pt x="5651292" y="4231810"/>
                  </a:cubicBezTo>
                  <a:cubicBezTo>
                    <a:pt x="5675651" y="4183466"/>
                    <a:pt x="5697012" y="4134561"/>
                    <a:pt x="5716686" y="4085655"/>
                  </a:cubicBezTo>
                  <a:cubicBezTo>
                    <a:pt x="5756223" y="3987845"/>
                    <a:pt x="5789576" y="3891158"/>
                    <a:pt x="5820681" y="3791848"/>
                  </a:cubicBezTo>
                  <a:cubicBezTo>
                    <a:pt x="5851972" y="3692726"/>
                    <a:pt x="5878955" y="3591167"/>
                    <a:pt x="5898629" y="3487922"/>
                  </a:cubicBezTo>
                  <a:cubicBezTo>
                    <a:pt x="5918116" y="3384490"/>
                    <a:pt x="5929172" y="3279372"/>
                    <a:pt x="5932170" y="3174066"/>
                  </a:cubicBezTo>
                  <a:cubicBezTo>
                    <a:pt x="5937604" y="2963454"/>
                    <a:pt x="5920552" y="2750968"/>
                    <a:pt x="5872209" y="2545978"/>
                  </a:cubicBezTo>
                  <a:cubicBezTo>
                    <a:pt x="5865838" y="2520307"/>
                    <a:pt x="5860029" y="2494637"/>
                    <a:pt x="5852909" y="2469528"/>
                  </a:cubicBezTo>
                  <a:close/>
                  <a:moveTo>
                    <a:pt x="5507386" y="3724580"/>
                  </a:moveTo>
                  <a:cubicBezTo>
                    <a:pt x="5497830" y="3814521"/>
                    <a:pt x="5480591" y="3905586"/>
                    <a:pt x="5453609" y="3989906"/>
                  </a:cubicBezTo>
                  <a:cubicBezTo>
                    <a:pt x="5426439" y="4074413"/>
                    <a:pt x="5390088" y="4152924"/>
                    <a:pt x="5344181" y="4220380"/>
                  </a:cubicBezTo>
                  <a:cubicBezTo>
                    <a:pt x="5297898" y="4287835"/>
                    <a:pt x="5241311" y="4342549"/>
                    <a:pt x="5171419" y="4388644"/>
                  </a:cubicBezTo>
                  <a:cubicBezTo>
                    <a:pt x="5136755" y="4411879"/>
                    <a:pt x="5098342" y="4433052"/>
                    <a:pt x="5057868" y="4453851"/>
                  </a:cubicBezTo>
                  <a:cubicBezTo>
                    <a:pt x="5017395" y="4474837"/>
                    <a:pt x="4974298" y="4495449"/>
                    <a:pt x="4930265" y="4516810"/>
                  </a:cubicBezTo>
                  <a:cubicBezTo>
                    <a:pt x="4841823" y="4559719"/>
                    <a:pt x="4748696" y="4607126"/>
                    <a:pt x="4660067" y="4664276"/>
                  </a:cubicBezTo>
                  <a:cubicBezTo>
                    <a:pt x="4571251" y="4721238"/>
                    <a:pt x="4486181" y="4786071"/>
                    <a:pt x="4408794" y="4857836"/>
                  </a:cubicBezTo>
                  <a:cubicBezTo>
                    <a:pt x="4389682" y="4875637"/>
                    <a:pt x="4370008" y="4894375"/>
                    <a:pt x="4352207" y="4911988"/>
                  </a:cubicBezTo>
                  <a:lnTo>
                    <a:pt x="4299366" y="4965390"/>
                  </a:lnTo>
                  <a:cubicBezTo>
                    <a:pt x="4264514" y="5001179"/>
                    <a:pt x="4230599" y="5037531"/>
                    <a:pt x="4197621" y="5074257"/>
                  </a:cubicBezTo>
                  <a:cubicBezTo>
                    <a:pt x="4131664" y="5147896"/>
                    <a:pt x="4070204" y="5223784"/>
                    <a:pt x="4008744" y="5297985"/>
                  </a:cubicBezTo>
                  <a:lnTo>
                    <a:pt x="3917304" y="5409100"/>
                  </a:lnTo>
                  <a:cubicBezTo>
                    <a:pt x="3886949" y="5446013"/>
                    <a:pt x="3856782" y="5482364"/>
                    <a:pt x="3826052" y="5518153"/>
                  </a:cubicBezTo>
                  <a:cubicBezTo>
                    <a:pt x="3764592" y="5589544"/>
                    <a:pt x="3702758" y="5659435"/>
                    <a:pt x="3637925" y="5725017"/>
                  </a:cubicBezTo>
                  <a:cubicBezTo>
                    <a:pt x="3573093" y="5790412"/>
                    <a:pt x="3505637" y="5852059"/>
                    <a:pt x="3433497" y="5906586"/>
                  </a:cubicBezTo>
                  <a:cubicBezTo>
                    <a:pt x="3361544" y="5961112"/>
                    <a:pt x="3285469" y="6009268"/>
                    <a:pt x="3204522" y="6046744"/>
                  </a:cubicBezTo>
                  <a:cubicBezTo>
                    <a:pt x="3123763" y="6084594"/>
                    <a:pt x="3038506" y="6112513"/>
                    <a:pt x="2950439" y="6129190"/>
                  </a:cubicBezTo>
                  <a:cubicBezTo>
                    <a:pt x="2906405" y="6137809"/>
                    <a:pt x="2861810" y="6143055"/>
                    <a:pt x="2816839" y="6146428"/>
                  </a:cubicBezTo>
                  <a:cubicBezTo>
                    <a:pt x="2794354" y="6147927"/>
                    <a:pt x="2771681" y="6148677"/>
                    <a:pt x="2749009" y="6149051"/>
                  </a:cubicBezTo>
                  <a:lnTo>
                    <a:pt x="2678930" y="6148677"/>
                  </a:lnTo>
                  <a:cubicBezTo>
                    <a:pt x="2491927" y="6144367"/>
                    <a:pt x="2305675" y="6116260"/>
                    <a:pt x="2125793" y="6065481"/>
                  </a:cubicBezTo>
                  <a:cubicBezTo>
                    <a:pt x="1945911" y="6014515"/>
                    <a:pt x="1773524" y="5940501"/>
                    <a:pt x="1610506" y="5851310"/>
                  </a:cubicBezTo>
                  <a:cubicBezTo>
                    <a:pt x="1528997" y="5806714"/>
                    <a:pt x="1449924" y="5757808"/>
                    <a:pt x="1373099" y="5706279"/>
                  </a:cubicBezTo>
                  <a:lnTo>
                    <a:pt x="1315949" y="5666743"/>
                  </a:lnTo>
                  <a:lnTo>
                    <a:pt x="1259923" y="5625894"/>
                  </a:lnTo>
                  <a:lnTo>
                    <a:pt x="1204647" y="5583922"/>
                  </a:lnTo>
                  <a:cubicBezTo>
                    <a:pt x="1186284" y="5569869"/>
                    <a:pt x="1168483" y="5555066"/>
                    <a:pt x="1150308" y="5540826"/>
                  </a:cubicBezTo>
                  <a:cubicBezTo>
                    <a:pt x="1006402" y="5424839"/>
                    <a:pt x="872615" y="5296860"/>
                    <a:pt x="751569" y="5158015"/>
                  </a:cubicBezTo>
                  <a:cubicBezTo>
                    <a:pt x="721214" y="5123350"/>
                    <a:pt x="691983" y="5087935"/>
                    <a:pt x="663315" y="5052146"/>
                  </a:cubicBezTo>
                  <a:cubicBezTo>
                    <a:pt x="635021" y="5016170"/>
                    <a:pt x="607289" y="4980006"/>
                    <a:pt x="580869" y="4942718"/>
                  </a:cubicBezTo>
                  <a:cubicBezTo>
                    <a:pt x="527654" y="4868517"/>
                    <a:pt x="478186" y="4791880"/>
                    <a:pt x="432279" y="4713369"/>
                  </a:cubicBezTo>
                  <a:cubicBezTo>
                    <a:pt x="340651" y="4556159"/>
                    <a:pt x="264764" y="4390330"/>
                    <a:pt x="205553" y="4219443"/>
                  </a:cubicBezTo>
                  <a:cubicBezTo>
                    <a:pt x="146154" y="4048555"/>
                    <a:pt x="104369" y="3872045"/>
                    <a:pt x="79448" y="3693850"/>
                  </a:cubicBezTo>
                  <a:cubicBezTo>
                    <a:pt x="67268" y="3604659"/>
                    <a:pt x="58087" y="3515092"/>
                    <a:pt x="53590" y="3425339"/>
                  </a:cubicBezTo>
                  <a:cubicBezTo>
                    <a:pt x="47969" y="3335585"/>
                    <a:pt x="47406" y="3245644"/>
                    <a:pt x="49655" y="3155890"/>
                  </a:cubicBezTo>
                  <a:cubicBezTo>
                    <a:pt x="52278" y="3066137"/>
                    <a:pt x="58274" y="2976383"/>
                    <a:pt x="67830" y="2886817"/>
                  </a:cubicBezTo>
                  <a:cubicBezTo>
                    <a:pt x="77761" y="2797438"/>
                    <a:pt x="91253" y="2708246"/>
                    <a:pt x="108679" y="2619992"/>
                  </a:cubicBezTo>
                  <a:cubicBezTo>
                    <a:pt x="143906" y="2443108"/>
                    <a:pt x="195809" y="2269409"/>
                    <a:pt x="263077" y="2101520"/>
                  </a:cubicBezTo>
                  <a:cubicBezTo>
                    <a:pt x="397614" y="1765740"/>
                    <a:pt x="593048" y="1453382"/>
                    <a:pt x="837575" y="1186370"/>
                  </a:cubicBezTo>
                  <a:cubicBezTo>
                    <a:pt x="898473" y="1119289"/>
                    <a:pt x="964242" y="1056893"/>
                    <a:pt x="1031698" y="996932"/>
                  </a:cubicBezTo>
                  <a:cubicBezTo>
                    <a:pt x="1099154" y="936784"/>
                    <a:pt x="1166235" y="876261"/>
                    <a:pt x="1236688" y="819298"/>
                  </a:cubicBezTo>
                  <a:cubicBezTo>
                    <a:pt x="1377221" y="704999"/>
                    <a:pt x="1526935" y="600442"/>
                    <a:pt x="1687143" y="511438"/>
                  </a:cubicBezTo>
                  <a:cubicBezTo>
                    <a:pt x="1847163" y="422621"/>
                    <a:pt x="2017676" y="348795"/>
                    <a:pt x="2196246" y="300639"/>
                  </a:cubicBezTo>
                  <a:cubicBezTo>
                    <a:pt x="2374629" y="251921"/>
                    <a:pt x="2560320" y="227749"/>
                    <a:pt x="2745823" y="229248"/>
                  </a:cubicBezTo>
                  <a:cubicBezTo>
                    <a:pt x="2837076" y="230372"/>
                    <a:pt x="2928516" y="238055"/>
                    <a:pt x="3019206" y="252108"/>
                  </a:cubicBezTo>
                  <a:cubicBezTo>
                    <a:pt x="3109710" y="266724"/>
                    <a:pt x="3199650" y="286773"/>
                    <a:pt x="3288092" y="313006"/>
                  </a:cubicBezTo>
                  <a:cubicBezTo>
                    <a:pt x="3376347" y="339426"/>
                    <a:pt x="3463477" y="370343"/>
                    <a:pt x="3548172" y="407069"/>
                  </a:cubicBezTo>
                  <a:cubicBezTo>
                    <a:pt x="3569345" y="416438"/>
                    <a:pt x="3590519" y="425432"/>
                    <a:pt x="3611505" y="435176"/>
                  </a:cubicBezTo>
                  <a:lnTo>
                    <a:pt x="3674089" y="464968"/>
                  </a:lnTo>
                  <a:lnTo>
                    <a:pt x="3735736" y="496823"/>
                  </a:lnTo>
                  <a:cubicBezTo>
                    <a:pt x="3756160" y="507690"/>
                    <a:pt x="3776397" y="519120"/>
                    <a:pt x="3796634" y="530176"/>
                  </a:cubicBezTo>
                  <a:cubicBezTo>
                    <a:pt x="3957965" y="621054"/>
                    <a:pt x="4110303" y="728046"/>
                    <a:pt x="4251585" y="847405"/>
                  </a:cubicBezTo>
                  <a:cubicBezTo>
                    <a:pt x="4393242" y="966390"/>
                    <a:pt x="4524781" y="1096991"/>
                    <a:pt x="4644515" y="1236775"/>
                  </a:cubicBezTo>
                  <a:cubicBezTo>
                    <a:pt x="4704663" y="1306479"/>
                    <a:pt x="4762375" y="1378057"/>
                    <a:pt x="4816527" y="1451883"/>
                  </a:cubicBezTo>
                  <a:cubicBezTo>
                    <a:pt x="4870679" y="1525897"/>
                    <a:pt x="4922020" y="1601598"/>
                    <a:pt x="4970738" y="1678610"/>
                  </a:cubicBezTo>
                  <a:cubicBezTo>
                    <a:pt x="5067799" y="1833008"/>
                    <a:pt x="5152494" y="1993965"/>
                    <a:pt x="5223885" y="2159232"/>
                  </a:cubicBezTo>
                  <a:cubicBezTo>
                    <a:pt x="5295275" y="2324686"/>
                    <a:pt x="5349615" y="2495199"/>
                    <a:pt x="5395709" y="2666087"/>
                  </a:cubicBezTo>
                  <a:cubicBezTo>
                    <a:pt x="5418757" y="2751718"/>
                    <a:pt x="5440680" y="2837537"/>
                    <a:pt x="5458855" y="2924292"/>
                  </a:cubicBezTo>
                  <a:cubicBezTo>
                    <a:pt x="5477406" y="3011048"/>
                    <a:pt x="5490522" y="3098740"/>
                    <a:pt x="5499142" y="3186995"/>
                  </a:cubicBezTo>
                  <a:cubicBezTo>
                    <a:pt x="5507761" y="3275250"/>
                    <a:pt x="5513944" y="3364254"/>
                    <a:pt x="5516755" y="3454007"/>
                  </a:cubicBezTo>
                  <a:cubicBezTo>
                    <a:pt x="5518629" y="3543761"/>
                    <a:pt x="5516755" y="3634264"/>
                    <a:pt x="5507386" y="3724580"/>
                  </a:cubicBezTo>
                  <a:close/>
                </a:path>
              </a:pathLst>
            </a:custGeom>
            <a:solidFill>
              <a:schemeClr val="bg1">
                <a:alpha val="30000"/>
              </a:schemeClr>
            </a:solidFill>
            <a:ln w="18736"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C7E50BFD-51AC-4ACE-820C-A285E66723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49" y="241478"/>
              <a:ext cx="5953893" cy="6434152"/>
            </a:xfrm>
            <a:custGeom>
              <a:avLst/>
              <a:gdLst>
                <a:gd name="connsiteX0" fmla="*/ 2739452 w 5953893"/>
                <a:gd name="connsiteY0" fmla="*/ 0 h 6434152"/>
                <a:gd name="connsiteX1" fmla="*/ 0 w 5953893"/>
                <a:gd name="connsiteY1" fmla="*/ 1610693 h 6434152"/>
                <a:gd name="connsiteX2" fmla="*/ 0 w 5953893"/>
                <a:gd name="connsiteY2" fmla="*/ 4823273 h 6434152"/>
                <a:gd name="connsiteX3" fmla="*/ 352456 w 5953893"/>
                <a:gd name="connsiteY3" fmla="*/ 5326193 h 6434152"/>
                <a:gd name="connsiteX4" fmla="*/ 2739452 w 5953893"/>
                <a:gd name="connsiteY4" fmla="*/ 6434153 h 6434152"/>
                <a:gd name="connsiteX5" fmla="*/ 4618282 w 5953893"/>
                <a:gd name="connsiteY5" fmla="*/ 5167859 h 6434152"/>
                <a:gd name="connsiteX6" fmla="*/ 5860029 w 5953893"/>
                <a:gd name="connsiteY6" fmla="*/ 3948409 h 6434152"/>
                <a:gd name="connsiteX7" fmla="*/ 2739452 w 5953893"/>
                <a:gd name="connsiteY7" fmla="*/ 0 h 6434152"/>
                <a:gd name="connsiteX8" fmla="*/ 5317011 w 5953893"/>
                <a:gd name="connsiteY8" fmla="*/ 3797009 h 6434152"/>
                <a:gd name="connsiteX9" fmla="*/ 5176478 w 5953893"/>
                <a:gd name="connsiteY9" fmla="*/ 4100747 h 6434152"/>
                <a:gd name="connsiteX10" fmla="*/ 4942257 w 5953893"/>
                <a:gd name="connsiteY10" fmla="*/ 4250274 h 6434152"/>
                <a:gd name="connsiteX11" fmla="*/ 4216171 w 5953893"/>
                <a:gd name="connsiteY11" fmla="*/ 4773243 h 6434152"/>
                <a:gd name="connsiteX12" fmla="*/ 3905125 w 5953893"/>
                <a:gd name="connsiteY12" fmla="*/ 5105837 h 6434152"/>
                <a:gd name="connsiteX13" fmla="*/ 3308329 w 5953893"/>
                <a:gd name="connsiteY13" fmla="*/ 5682022 h 6434152"/>
                <a:gd name="connsiteX14" fmla="*/ 2739452 w 5953893"/>
                <a:gd name="connsiteY14" fmla="*/ 5870898 h 6434152"/>
                <a:gd name="connsiteX15" fmla="*/ 1647419 w 5953893"/>
                <a:gd name="connsiteY15" fmla="*/ 5625809 h 6434152"/>
                <a:gd name="connsiteX16" fmla="*/ 781175 w 5953893"/>
                <a:gd name="connsiteY16" fmla="*/ 4960620 h 6434152"/>
                <a:gd name="connsiteX17" fmla="*/ 312545 w 5953893"/>
                <a:gd name="connsiteY17" fmla="*/ 4165205 h 6434152"/>
                <a:gd name="connsiteX18" fmla="*/ 142032 w 5953893"/>
                <a:gd name="connsiteY18" fmla="*/ 3217451 h 6434152"/>
                <a:gd name="connsiteX19" fmla="*/ 347210 w 5953893"/>
                <a:gd name="connsiteY19" fmla="*/ 2181444 h 6434152"/>
                <a:gd name="connsiteX20" fmla="*/ 906155 w 5953893"/>
                <a:gd name="connsiteY20" fmla="*/ 1337497 h 6434152"/>
                <a:gd name="connsiteX21" fmla="*/ 2739265 w 5953893"/>
                <a:gd name="connsiteY21" fmla="*/ 563818 h 6434152"/>
                <a:gd name="connsiteX22" fmla="*/ 3849849 w 5953893"/>
                <a:gd name="connsiteY22" fmla="*/ 881796 h 6434152"/>
                <a:gd name="connsiteX23" fmla="*/ 4834515 w 5953893"/>
                <a:gd name="connsiteY23" fmla="*/ 1742419 h 6434152"/>
                <a:gd name="connsiteX24" fmla="*/ 5325256 w 5953893"/>
                <a:gd name="connsiteY24" fmla="*/ 2742076 h 6434152"/>
                <a:gd name="connsiteX25" fmla="*/ 5317011 w 5953893"/>
                <a:gd name="connsiteY25" fmla="*/ 3797009 h 64341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953893" h="6434152">
                  <a:moveTo>
                    <a:pt x="2739452" y="0"/>
                  </a:moveTo>
                  <a:cubicBezTo>
                    <a:pt x="1568346" y="0"/>
                    <a:pt x="546204" y="647950"/>
                    <a:pt x="0" y="1610693"/>
                  </a:cubicBezTo>
                  <a:lnTo>
                    <a:pt x="0" y="4823273"/>
                  </a:lnTo>
                  <a:cubicBezTo>
                    <a:pt x="101746" y="5002593"/>
                    <a:pt x="219793" y="5171045"/>
                    <a:pt x="352456" y="5326193"/>
                  </a:cubicBezTo>
                  <a:cubicBezTo>
                    <a:pt x="932013" y="6005060"/>
                    <a:pt x="1786453" y="6434153"/>
                    <a:pt x="2739452" y="6434153"/>
                  </a:cubicBezTo>
                  <a:cubicBezTo>
                    <a:pt x="3612442" y="6434153"/>
                    <a:pt x="4046220" y="5750227"/>
                    <a:pt x="4618282" y="5167859"/>
                  </a:cubicBezTo>
                  <a:cubicBezTo>
                    <a:pt x="5190344" y="4585679"/>
                    <a:pt x="5621311" y="4803036"/>
                    <a:pt x="5860029" y="3948409"/>
                  </a:cubicBezTo>
                  <a:cubicBezTo>
                    <a:pt x="6403423" y="2003810"/>
                    <a:pt x="4485244" y="0"/>
                    <a:pt x="2739452" y="0"/>
                  </a:cubicBezTo>
                  <a:close/>
                  <a:moveTo>
                    <a:pt x="5317011" y="3797009"/>
                  </a:moveTo>
                  <a:cubicBezTo>
                    <a:pt x="5275976" y="3943538"/>
                    <a:pt x="5228756" y="4045658"/>
                    <a:pt x="5176478" y="4100747"/>
                  </a:cubicBezTo>
                  <a:cubicBezTo>
                    <a:pt x="5131883" y="4147591"/>
                    <a:pt x="5061991" y="4186004"/>
                    <a:pt x="4942257" y="4250274"/>
                  </a:cubicBezTo>
                  <a:cubicBezTo>
                    <a:pt x="4753381" y="4351458"/>
                    <a:pt x="4494613" y="4489929"/>
                    <a:pt x="4216171" y="4773243"/>
                  </a:cubicBezTo>
                  <a:cubicBezTo>
                    <a:pt x="4106555" y="4884733"/>
                    <a:pt x="4004247" y="4997159"/>
                    <a:pt x="3905125" y="5105837"/>
                  </a:cubicBezTo>
                  <a:cubicBezTo>
                    <a:pt x="3701071" y="5329753"/>
                    <a:pt x="3508260" y="5541302"/>
                    <a:pt x="3308329" y="5682022"/>
                  </a:cubicBezTo>
                  <a:cubicBezTo>
                    <a:pt x="3122826" y="5812624"/>
                    <a:pt x="2947441" y="5870898"/>
                    <a:pt x="2739452" y="5870898"/>
                  </a:cubicBezTo>
                  <a:cubicBezTo>
                    <a:pt x="2357765" y="5870898"/>
                    <a:pt x="1990319" y="5788452"/>
                    <a:pt x="1647419" y="5625809"/>
                  </a:cubicBezTo>
                  <a:cubicBezTo>
                    <a:pt x="1319509" y="5470286"/>
                    <a:pt x="1019893" y="5240187"/>
                    <a:pt x="781175" y="4960620"/>
                  </a:cubicBezTo>
                  <a:cubicBezTo>
                    <a:pt x="579370" y="4724151"/>
                    <a:pt x="421598" y="4456576"/>
                    <a:pt x="312545" y="4165205"/>
                  </a:cubicBezTo>
                  <a:cubicBezTo>
                    <a:pt x="199369" y="3863153"/>
                    <a:pt x="142032" y="3544237"/>
                    <a:pt x="142032" y="3217451"/>
                  </a:cubicBezTo>
                  <a:cubicBezTo>
                    <a:pt x="142032" y="2857688"/>
                    <a:pt x="211174" y="2509166"/>
                    <a:pt x="347210" y="2181444"/>
                  </a:cubicBezTo>
                  <a:cubicBezTo>
                    <a:pt x="478561" y="1865339"/>
                    <a:pt x="666688" y="1581275"/>
                    <a:pt x="906155" y="1337497"/>
                  </a:cubicBezTo>
                  <a:cubicBezTo>
                    <a:pt x="1396334" y="838512"/>
                    <a:pt x="2047469" y="563818"/>
                    <a:pt x="2739265" y="563818"/>
                  </a:cubicBezTo>
                  <a:cubicBezTo>
                    <a:pt x="3094157" y="563818"/>
                    <a:pt x="3478280" y="673808"/>
                    <a:pt x="3849849" y="881796"/>
                  </a:cubicBezTo>
                  <a:cubicBezTo>
                    <a:pt x="4226851" y="1092783"/>
                    <a:pt x="4567316" y="1390338"/>
                    <a:pt x="4834515" y="1742419"/>
                  </a:cubicBezTo>
                  <a:cubicBezTo>
                    <a:pt x="5070798" y="2053653"/>
                    <a:pt x="5240374" y="2399363"/>
                    <a:pt x="5325256" y="2742076"/>
                  </a:cubicBezTo>
                  <a:cubicBezTo>
                    <a:pt x="5414634" y="3102964"/>
                    <a:pt x="5411824" y="3458044"/>
                    <a:pt x="5317011" y="3797009"/>
                  </a:cubicBezTo>
                  <a:close/>
                </a:path>
              </a:pathLst>
            </a:custGeom>
            <a:solidFill>
              <a:schemeClr val="bg1">
                <a:alpha val="30000"/>
              </a:schemeClr>
            </a:solidFill>
            <a:ln w="18736"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A0394888-C50F-41C1-92D4-0E2B4315A8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49" y="231462"/>
              <a:ext cx="5953893" cy="6444167"/>
            </a:xfrm>
            <a:custGeom>
              <a:avLst/>
              <a:gdLst>
                <a:gd name="connsiteX0" fmla="*/ 2739452 w 5953893"/>
                <a:gd name="connsiteY0" fmla="*/ 0 h 6434152"/>
                <a:gd name="connsiteX1" fmla="*/ 0 w 5953893"/>
                <a:gd name="connsiteY1" fmla="*/ 1610693 h 6434152"/>
                <a:gd name="connsiteX2" fmla="*/ 0 w 5953893"/>
                <a:gd name="connsiteY2" fmla="*/ 4823273 h 6434152"/>
                <a:gd name="connsiteX3" fmla="*/ 352456 w 5953893"/>
                <a:gd name="connsiteY3" fmla="*/ 5326193 h 6434152"/>
                <a:gd name="connsiteX4" fmla="*/ 2739452 w 5953893"/>
                <a:gd name="connsiteY4" fmla="*/ 6434153 h 6434152"/>
                <a:gd name="connsiteX5" fmla="*/ 4618282 w 5953893"/>
                <a:gd name="connsiteY5" fmla="*/ 5167859 h 6434152"/>
                <a:gd name="connsiteX6" fmla="*/ 5860029 w 5953893"/>
                <a:gd name="connsiteY6" fmla="*/ 3948409 h 6434152"/>
                <a:gd name="connsiteX7" fmla="*/ 2739452 w 5953893"/>
                <a:gd name="connsiteY7" fmla="*/ 0 h 6434152"/>
                <a:gd name="connsiteX8" fmla="*/ 5208520 w 5953893"/>
                <a:gd name="connsiteY8" fmla="*/ 3766654 h 6434152"/>
                <a:gd name="connsiteX9" fmla="*/ 5094782 w 5953893"/>
                <a:gd name="connsiteY9" fmla="*/ 4022985 h 6434152"/>
                <a:gd name="connsiteX10" fmla="*/ 4888855 w 5953893"/>
                <a:gd name="connsiteY10" fmla="*/ 4150777 h 6434152"/>
                <a:gd name="connsiteX11" fmla="*/ 4135411 w 5953893"/>
                <a:gd name="connsiteY11" fmla="*/ 4694170 h 6434152"/>
                <a:gd name="connsiteX12" fmla="*/ 3821555 w 5953893"/>
                <a:gd name="connsiteY12" fmla="*/ 5029762 h 6434152"/>
                <a:gd name="connsiteX13" fmla="*/ 2739265 w 5953893"/>
                <a:gd name="connsiteY13" fmla="*/ 5758097 h 6434152"/>
                <a:gd name="connsiteX14" fmla="*/ 1695575 w 5953893"/>
                <a:gd name="connsiteY14" fmla="*/ 5523876 h 6434152"/>
                <a:gd name="connsiteX15" fmla="*/ 866619 w 5953893"/>
                <a:gd name="connsiteY15" fmla="*/ 4887356 h 6434152"/>
                <a:gd name="connsiteX16" fmla="*/ 417851 w 5953893"/>
                <a:gd name="connsiteY16" fmla="*/ 4125481 h 6434152"/>
                <a:gd name="connsiteX17" fmla="*/ 254645 w 5953893"/>
                <a:gd name="connsiteY17" fmla="*/ 3217264 h 6434152"/>
                <a:gd name="connsiteX18" fmla="*/ 451204 w 5953893"/>
                <a:gd name="connsiteY18" fmla="*/ 2224540 h 6434152"/>
                <a:gd name="connsiteX19" fmla="*/ 986540 w 5953893"/>
                <a:gd name="connsiteY19" fmla="*/ 1416383 h 6434152"/>
                <a:gd name="connsiteX20" fmla="*/ 2739452 w 5953893"/>
                <a:gd name="connsiteY20" fmla="*/ 676244 h 6434152"/>
                <a:gd name="connsiteX21" fmla="*/ 3794947 w 5953893"/>
                <a:gd name="connsiteY21" fmla="*/ 979795 h 6434152"/>
                <a:gd name="connsiteX22" fmla="*/ 4744762 w 5953893"/>
                <a:gd name="connsiteY22" fmla="*/ 1810250 h 6434152"/>
                <a:gd name="connsiteX23" fmla="*/ 5215827 w 5953893"/>
                <a:gd name="connsiteY23" fmla="*/ 2768871 h 6434152"/>
                <a:gd name="connsiteX24" fmla="*/ 5208520 w 5953893"/>
                <a:gd name="connsiteY24" fmla="*/ 3766654 h 64341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953893" h="6434152">
                  <a:moveTo>
                    <a:pt x="2739452" y="0"/>
                  </a:moveTo>
                  <a:cubicBezTo>
                    <a:pt x="1568346" y="0"/>
                    <a:pt x="546204" y="647950"/>
                    <a:pt x="0" y="1610693"/>
                  </a:cubicBezTo>
                  <a:lnTo>
                    <a:pt x="0" y="4823273"/>
                  </a:lnTo>
                  <a:cubicBezTo>
                    <a:pt x="101746" y="5002593"/>
                    <a:pt x="219793" y="5171045"/>
                    <a:pt x="352456" y="5326193"/>
                  </a:cubicBezTo>
                  <a:cubicBezTo>
                    <a:pt x="932013" y="6005060"/>
                    <a:pt x="1786453" y="6434153"/>
                    <a:pt x="2739452" y="6434153"/>
                  </a:cubicBezTo>
                  <a:cubicBezTo>
                    <a:pt x="3612442" y="6434153"/>
                    <a:pt x="4046220" y="5750227"/>
                    <a:pt x="4618282" y="5167859"/>
                  </a:cubicBezTo>
                  <a:cubicBezTo>
                    <a:pt x="5190344" y="4585679"/>
                    <a:pt x="5621311" y="4803036"/>
                    <a:pt x="5860029" y="3948409"/>
                  </a:cubicBezTo>
                  <a:cubicBezTo>
                    <a:pt x="6403423" y="2003810"/>
                    <a:pt x="4485244" y="0"/>
                    <a:pt x="2739452" y="0"/>
                  </a:cubicBezTo>
                  <a:close/>
                  <a:moveTo>
                    <a:pt x="5208520" y="3766654"/>
                  </a:moveTo>
                  <a:cubicBezTo>
                    <a:pt x="5173667" y="3891634"/>
                    <a:pt x="5133194" y="3982699"/>
                    <a:pt x="5094782" y="4022985"/>
                  </a:cubicBezTo>
                  <a:cubicBezTo>
                    <a:pt x="5060492" y="4058962"/>
                    <a:pt x="4984792" y="4099435"/>
                    <a:pt x="4888855" y="4150777"/>
                  </a:cubicBezTo>
                  <a:cubicBezTo>
                    <a:pt x="4693420" y="4255333"/>
                    <a:pt x="4426033" y="4398489"/>
                    <a:pt x="4135411" y="4694170"/>
                  </a:cubicBezTo>
                  <a:cubicBezTo>
                    <a:pt x="4024297" y="4807158"/>
                    <a:pt x="3921239" y="4920334"/>
                    <a:pt x="3821555" y="5029762"/>
                  </a:cubicBezTo>
                  <a:cubicBezTo>
                    <a:pt x="3385341" y="5508324"/>
                    <a:pt x="3138940" y="5758097"/>
                    <a:pt x="2739265" y="5758097"/>
                  </a:cubicBezTo>
                  <a:cubicBezTo>
                    <a:pt x="2374442" y="5758097"/>
                    <a:pt x="2023297" y="5679211"/>
                    <a:pt x="1695575" y="5523876"/>
                  </a:cubicBezTo>
                  <a:cubicBezTo>
                    <a:pt x="1381906" y="5375098"/>
                    <a:pt x="1095219" y="5154930"/>
                    <a:pt x="866619" y="4887356"/>
                  </a:cubicBezTo>
                  <a:cubicBezTo>
                    <a:pt x="673246" y="4661005"/>
                    <a:pt x="522220" y="4404673"/>
                    <a:pt x="417851" y="4125481"/>
                  </a:cubicBezTo>
                  <a:cubicBezTo>
                    <a:pt x="309547" y="3836171"/>
                    <a:pt x="254645" y="3530558"/>
                    <a:pt x="254645" y="3217264"/>
                  </a:cubicBezTo>
                  <a:cubicBezTo>
                    <a:pt x="254645" y="2872490"/>
                    <a:pt x="320790" y="2538585"/>
                    <a:pt x="451204" y="2224540"/>
                  </a:cubicBezTo>
                  <a:cubicBezTo>
                    <a:pt x="577121" y="1921739"/>
                    <a:pt x="757191" y="1649855"/>
                    <a:pt x="986540" y="1416383"/>
                  </a:cubicBezTo>
                  <a:cubicBezTo>
                    <a:pt x="1455357" y="939134"/>
                    <a:pt x="2078011" y="676244"/>
                    <a:pt x="2739452" y="676244"/>
                  </a:cubicBezTo>
                  <a:cubicBezTo>
                    <a:pt x="3075232" y="676244"/>
                    <a:pt x="3440243" y="781175"/>
                    <a:pt x="3794947" y="979795"/>
                  </a:cubicBezTo>
                  <a:cubicBezTo>
                    <a:pt x="4158459" y="1183286"/>
                    <a:pt x="4486931" y="1470348"/>
                    <a:pt x="4744762" y="1810250"/>
                  </a:cubicBezTo>
                  <a:cubicBezTo>
                    <a:pt x="4971862" y="2109491"/>
                    <a:pt x="5134693" y="2440961"/>
                    <a:pt x="5215827" y="2768871"/>
                  </a:cubicBezTo>
                  <a:cubicBezTo>
                    <a:pt x="5300334" y="3110834"/>
                    <a:pt x="5297898" y="3446614"/>
                    <a:pt x="5208520" y="3766654"/>
                  </a:cubicBezTo>
                  <a:close/>
                </a:path>
              </a:pathLst>
            </a:custGeom>
            <a:solidFill>
              <a:schemeClr val="bg1">
                <a:alpha val="30000"/>
              </a:schemeClr>
            </a:solidFill>
            <a:ln w="18736" cap="flat">
              <a:noFill/>
              <a:prstDash val="solid"/>
              <a:miter/>
            </a:ln>
          </p:spPr>
          <p:txBody>
            <a:bodyPr rtlCol="0" anchor="ctr"/>
            <a:lstStyle/>
            <a:p>
              <a:endParaRPr lang="en-US" dirty="0"/>
            </a:p>
          </p:txBody>
        </p:sp>
        <p:sp useBgFill="1">
          <p:nvSpPr>
            <p:cNvPr id="15" name="Freeform: Shape 14">
              <a:extLst>
                <a:ext uri="{FF2B5EF4-FFF2-40B4-BE49-F238E27FC236}">
                  <a16:creationId xmlns:a16="http://schemas.microsoft.com/office/drawing/2014/main" id="{F22C906F-48B7-4ABF-B36E-0C0A056A57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49" y="3725"/>
              <a:ext cx="5855313" cy="6880645"/>
            </a:xfrm>
            <a:custGeom>
              <a:avLst/>
              <a:gdLst>
                <a:gd name="connsiteX0" fmla="*/ 5855313 w 5855313"/>
                <a:gd name="connsiteY0" fmla="*/ 4717843 h 6880645"/>
                <a:gd name="connsiteX1" fmla="*/ 5855313 w 5855313"/>
                <a:gd name="connsiteY1" fmla="*/ 6880645 h 6880645"/>
                <a:gd name="connsiteX2" fmla="*/ 0 w 5855313"/>
                <a:gd name="connsiteY2" fmla="*/ 6880645 h 6880645"/>
                <a:gd name="connsiteX3" fmla="*/ 0 w 5855313"/>
                <a:gd name="connsiteY3" fmla="*/ 5268859 h 6880645"/>
                <a:gd name="connsiteX4" fmla="*/ 36130 w 5855313"/>
                <a:gd name="connsiteY4" fmla="*/ 5327430 h 6880645"/>
                <a:gd name="connsiteX5" fmla="*/ 2782721 w 5855313"/>
                <a:gd name="connsiteY5" fmla="*/ 6765687 h 6880645"/>
                <a:gd name="connsiteX6" fmla="*/ 5834702 w 5855313"/>
                <a:gd name="connsiteY6" fmla="*/ 4773305 h 6880645"/>
                <a:gd name="connsiteX7" fmla="*/ 9148 w 5855313"/>
                <a:gd name="connsiteY7" fmla="*/ 0 h 6880645"/>
                <a:gd name="connsiteX8" fmla="*/ 5855312 w 5855313"/>
                <a:gd name="connsiteY8" fmla="*/ 0 h 6880645"/>
                <a:gd name="connsiteX9" fmla="*/ 5855312 w 5855313"/>
                <a:gd name="connsiteY9" fmla="*/ 96759 h 6880645"/>
                <a:gd name="connsiteX10" fmla="*/ 5855313 w 5855313"/>
                <a:gd name="connsiteY10" fmla="*/ 96759 h 6880645"/>
                <a:gd name="connsiteX11" fmla="*/ 5855313 w 5855313"/>
                <a:gd name="connsiteY11" fmla="*/ 2289203 h 6880645"/>
                <a:gd name="connsiteX12" fmla="*/ 5834702 w 5855313"/>
                <a:gd name="connsiteY12" fmla="*/ 2233742 h 6880645"/>
                <a:gd name="connsiteX13" fmla="*/ 2782721 w 5855313"/>
                <a:gd name="connsiteY13" fmla="*/ 241359 h 6880645"/>
                <a:gd name="connsiteX14" fmla="*/ 36130 w 5855313"/>
                <a:gd name="connsiteY14" fmla="*/ 1679616 h 6880645"/>
                <a:gd name="connsiteX15" fmla="*/ 0 w 5855313"/>
                <a:gd name="connsiteY15" fmla="*/ 1738187 h 6880645"/>
                <a:gd name="connsiteX16" fmla="*/ 0 w 5855313"/>
                <a:gd name="connsiteY16" fmla="*/ 96759 h 6880645"/>
                <a:gd name="connsiteX17" fmla="*/ 9148 w 5855313"/>
                <a:gd name="connsiteY17" fmla="*/ 96759 h 68806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855313" h="6880645">
                  <a:moveTo>
                    <a:pt x="5855313" y="4717843"/>
                  </a:moveTo>
                  <a:lnTo>
                    <a:pt x="5855313" y="6880645"/>
                  </a:lnTo>
                  <a:lnTo>
                    <a:pt x="0" y="6880645"/>
                  </a:lnTo>
                  <a:lnTo>
                    <a:pt x="0" y="5268859"/>
                  </a:lnTo>
                  <a:lnTo>
                    <a:pt x="36130" y="5327430"/>
                  </a:lnTo>
                  <a:cubicBezTo>
                    <a:pt x="631370" y="6195172"/>
                    <a:pt x="1639396" y="6765687"/>
                    <a:pt x="2782721" y="6765687"/>
                  </a:cubicBezTo>
                  <a:cubicBezTo>
                    <a:pt x="4154711" y="6765687"/>
                    <a:pt x="5331871" y="5944145"/>
                    <a:pt x="5834702" y="4773305"/>
                  </a:cubicBezTo>
                  <a:close/>
                  <a:moveTo>
                    <a:pt x="9148" y="0"/>
                  </a:moveTo>
                  <a:lnTo>
                    <a:pt x="5855312" y="0"/>
                  </a:lnTo>
                  <a:lnTo>
                    <a:pt x="5855312" y="96759"/>
                  </a:lnTo>
                  <a:lnTo>
                    <a:pt x="5855313" y="96759"/>
                  </a:lnTo>
                  <a:lnTo>
                    <a:pt x="5855313" y="2289203"/>
                  </a:lnTo>
                  <a:lnTo>
                    <a:pt x="5834702" y="2233742"/>
                  </a:lnTo>
                  <a:cubicBezTo>
                    <a:pt x="5331871" y="1062902"/>
                    <a:pt x="4154711" y="241359"/>
                    <a:pt x="2782721" y="241359"/>
                  </a:cubicBezTo>
                  <a:cubicBezTo>
                    <a:pt x="1639396" y="241359"/>
                    <a:pt x="631370" y="811875"/>
                    <a:pt x="36130" y="1679616"/>
                  </a:cubicBezTo>
                  <a:lnTo>
                    <a:pt x="0" y="1738187"/>
                  </a:lnTo>
                  <a:lnTo>
                    <a:pt x="0" y="96759"/>
                  </a:lnTo>
                  <a:lnTo>
                    <a:pt x="9148" y="96759"/>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6" name="Freeform: Shape 15">
              <a:extLst>
                <a:ext uri="{FF2B5EF4-FFF2-40B4-BE49-F238E27FC236}">
                  <a16:creationId xmlns:a16="http://schemas.microsoft.com/office/drawing/2014/main" id="{B4ABE2AA-A788-450F-94A8-AED4B698F3B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49" y="26370"/>
              <a:ext cx="6254832" cy="6864558"/>
            </a:xfrm>
            <a:custGeom>
              <a:avLst/>
              <a:gdLst>
                <a:gd name="connsiteX0" fmla="*/ 2766060 w 6254832"/>
                <a:gd name="connsiteY0" fmla="*/ 0 h 6864558"/>
                <a:gd name="connsiteX1" fmla="*/ 0 w 6254832"/>
                <a:gd name="connsiteY1" fmla="*/ 1340683 h 6864558"/>
                <a:gd name="connsiteX2" fmla="*/ 0 w 6254832"/>
                <a:gd name="connsiteY2" fmla="*/ 2201306 h 6864558"/>
                <a:gd name="connsiteX3" fmla="*/ 1312 w 6254832"/>
                <a:gd name="connsiteY3" fmla="*/ 2197746 h 6864558"/>
                <a:gd name="connsiteX4" fmla="*/ 612723 w 6254832"/>
                <a:gd name="connsiteY4" fmla="*/ 1201649 h 6864558"/>
                <a:gd name="connsiteX5" fmla="*/ 1571344 w 6254832"/>
                <a:gd name="connsiteY5" fmla="*/ 483245 h 6864558"/>
                <a:gd name="connsiteX6" fmla="*/ 1641235 w 6254832"/>
                <a:gd name="connsiteY6" fmla="*/ 452328 h 6864558"/>
                <a:gd name="connsiteX7" fmla="*/ 1711502 w 6254832"/>
                <a:gd name="connsiteY7" fmla="*/ 422348 h 6864558"/>
                <a:gd name="connsiteX8" fmla="*/ 1783080 w 6254832"/>
                <a:gd name="connsiteY8" fmla="*/ 395178 h 6864558"/>
                <a:gd name="connsiteX9" fmla="*/ 1855220 w 6254832"/>
                <a:gd name="connsiteY9" fmla="*/ 369133 h 6864558"/>
                <a:gd name="connsiteX10" fmla="*/ 1928297 w 6254832"/>
                <a:gd name="connsiteY10" fmla="*/ 345711 h 6864558"/>
                <a:gd name="connsiteX11" fmla="*/ 2001749 w 6254832"/>
                <a:gd name="connsiteY11" fmla="*/ 323600 h 6864558"/>
                <a:gd name="connsiteX12" fmla="*/ 2076138 w 6254832"/>
                <a:gd name="connsiteY12" fmla="*/ 304300 h 6864558"/>
                <a:gd name="connsiteX13" fmla="*/ 2113426 w 6254832"/>
                <a:gd name="connsiteY13" fmla="*/ 294744 h 6864558"/>
                <a:gd name="connsiteX14" fmla="*/ 2132163 w 6254832"/>
                <a:gd name="connsiteY14" fmla="*/ 290060 h 6864558"/>
                <a:gd name="connsiteX15" fmla="*/ 2151089 w 6254832"/>
                <a:gd name="connsiteY15" fmla="*/ 286312 h 6864558"/>
                <a:gd name="connsiteX16" fmla="*/ 2763249 w 6254832"/>
                <a:gd name="connsiteY16" fmla="*/ 218482 h 6864558"/>
                <a:gd name="connsiteX17" fmla="*/ 3372225 w 6254832"/>
                <a:gd name="connsiteY17" fmla="*/ 301302 h 6864558"/>
                <a:gd name="connsiteX18" fmla="*/ 3663596 w 6254832"/>
                <a:gd name="connsiteY18" fmla="*/ 398364 h 6864558"/>
                <a:gd name="connsiteX19" fmla="*/ 3941663 w 6254832"/>
                <a:gd name="connsiteY19" fmla="*/ 526717 h 6864558"/>
                <a:gd name="connsiteX20" fmla="*/ 4204366 w 6254832"/>
                <a:gd name="connsiteY20" fmla="*/ 681678 h 6864558"/>
                <a:gd name="connsiteX21" fmla="*/ 4450018 w 6254832"/>
                <a:gd name="connsiteY21" fmla="*/ 860061 h 6864558"/>
                <a:gd name="connsiteX22" fmla="*/ 4678992 w 6254832"/>
                <a:gd name="connsiteY22" fmla="*/ 1057181 h 6864558"/>
                <a:gd name="connsiteX23" fmla="*/ 4889791 w 6254832"/>
                <a:gd name="connsiteY23" fmla="*/ 1271166 h 6864558"/>
                <a:gd name="connsiteX24" fmla="*/ 5083164 w 6254832"/>
                <a:gd name="connsiteY24" fmla="*/ 1498642 h 6864558"/>
                <a:gd name="connsiteX25" fmla="*/ 5257987 w 6254832"/>
                <a:gd name="connsiteY25" fmla="*/ 1738484 h 6864558"/>
                <a:gd name="connsiteX26" fmla="*/ 5413510 w 6254832"/>
                <a:gd name="connsiteY26" fmla="*/ 1989195 h 6864558"/>
                <a:gd name="connsiteX27" fmla="*/ 5548609 w 6254832"/>
                <a:gd name="connsiteY27" fmla="*/ 2249462 h 6864558"/>
                <a:gd name="connsiteX28" fmla="*/ 5747791 w 6254832"/>
                <a:gd name="connsiteY28" fmla="*/ 2795666 h 6864558"/>
                <a:gd name="connsiteX29" fmla="*/ 5806814 w 6254832"/>
                <a:gd name="connsiteY29" fmla="*/ 3078980 h 6864558"/>
                <a:gd name="connsiteX30" fmla="*/ 5816933 w 6254832"/>
                <a:gd name="connsiteY30" fmla="*/ 3150558 h 6864558"/>
                <a:gd name="connsiteX31" fmla="*/ 5825178 w 6254832"/>
                <a:gd name="connsiteY31" fmla="*/ 3222323 h 6864558"/>
                <a:gd name="connsiteX32" fmla="*/ 5831923 w 6254832"/>
                <a:gd name="connsiteY32" fmla="*/ 3294276 h 6864558"/>
                <a:gd name="connsiteX33" fmla="*/ 5836233 w 6254832"/>
                <a:gd name="connsiteY33" fmla="*/ 3366416 h 6864558"/>
                <a:gd name="connsiteX34" fmla="*/ 5833047 w 6254832"/>
                <a:gd name="connsiteY34" fmla="*/ 3655726 h 6864558"/>
                <a:gd name="connsiteX35" fmla="*/ 5827426 w 6254832"/>
                <a:gd name="connsiteY35" fmla="*/ 3728054 h 6864558"/>
                <a:gd name="connsiteX36" fmla="*/ 5819556 w 6254832"/>
                <a:gd name="connsiteY36" fmla="*/ 3800194 h 6864558"/>
                <a:gd name="connsiteX37" fmla="*/ 5809063 w 6254832"/>
                <a:gd name="connsiteY37" fmla="*/ 3872147 h 6864558"/>
                <a:gd name="connsiteX38" fmla="*/ 5796696 w 6254832"/>
                <a:gd name="connsiteY38" fmla="*/ 3943912 h 6864558"/>
                <a:gd name="connsiteX39" fmla="*/ 5725305 w 6254832"/>
                <a:gd name="connsiteY39" fmla="*/ 4225165 h 6864558"/>
                <a:gd name="connsiteX40" fmla="*/ 5605384 w 6254832"/>
                <a:gd name="connsiteY40" fmla="*/ 4478312 h 6864558"/>
                <a:gd name="connsiteX41" fmla="*/ 5412573 w 6254832"/>
                <a:gd name="connsiteY41" fmla="*/ 4677306 h 6864558"/>
                <a:gd name="connsiteX42" fmla="*/ 5155867 w 6254832"/>
                <a:gd name="connsiteY42" fmla="*/ 4834703 h 6864558"/>
                <a:gd name="connsiteX43" fmla="*/ 4645452 w 6254832"/>
                <a:gd name="connsiteY43" fmla="*/ 5207396 h 6864558"/>
                <a:gd name="connsiteX44" fmla="*/ 4536211 w 6254832"/>
                <a:gd name="connsiteY44" fmla="*/ 5319072 h 6864558"/>
                <a:gd name="connsiteX45" fmla="*/ 4430343 w 6254832"/>
                <a:gd name="connsiteY45" fmla="*/ 5432061 h 6864558"/>
                <a:gd name="connsiteX46" fmla="*/ 4220668 w 6254832"/>
                <a:gd name="connsiteY46" fmla="*/ 5657663 h 6864558"/>
                <a:gd name="connsiteX47" fmla="*/ 4115174 w 6254832"/>
                <a:gd name="connsiteY47" fmla="*/ 5768777 h 6864558"/>
                <a:gd name="connsiteX48" fmla="*/ 4007245 w 6254832"/>
                <a:gd name="connsiteY48" fmla="*/ 5876707 h 6864558"/>
                <a:gd name="connsiteX49" fmla="*/ 3781081 w 6254832"/>
                <a:gd name="connsiteY49" fmla="*/ 6078887 h 6864558"/>
                <a:gd name="connsiteX50" fmla="*/ 3534493 w 6254832"/>
                <a:gd name="connsiteY50" fmla="*/ 6249775 h 6864558"/>
                <a:gd name="connsiteX51" fmla="*/ 3265232 w 6254832"/>
                <a:gd name="connsiteY51" fmla="*/ 6373068 h 6864558"/>
                <a:gd name="connsiteX52" fmla="*/ 3194779 w 6254832"/>
                <a:gd name="connsiteY52" fmla="*/ 6394804 h 6864558"/>
                <a:gd name="connsiteX53" fmla="*/ 3123575 w 6254832"/>
                <a:gd name="connsiteY53" fmla="*/ 6412792 h 6864558"/>
                <a:gd name="connsiteX54" fmla="*/ 3051435 w 6254832"/>
                <a:gd name="connsiteY54" fmla="*/ 6426471 h 6864558"/>
                <a:gd name="connsiteX55" fmla="*/ 2978733 w 6254832"/>
                <a:gd name="connsiteY55" fmla="*/ 6436214 h 6864558"/>
                <a:gd name="connsiteX56" fmla="*/ 2905656 w 6254832"/>
                <a:gd name="connsiteY56" fmla="*/ 6442211 h 6864558"/>
                <a:gd name="connsiteX57" fmla="*/ 2832204 w 6254832"/>
                <a:gd name="connsiteY57" fmla="*/ 6444459 h 6864558"/>
                <a:gd name="connsiteX58" fmla="*/ 2758565 w 6254832"/>
                <a:gd name="connsiteY58" fmla="*/ 6443335 h 6864558"/>
                <a:gd name="connsiteX59" fmla="*/ 2683239 w 6254832"/>
                <a:gd name="connsiteY59" fmla="*/ 6438463 h 6864558"/>
                <a:gd name="connsiteX60" fmla="*/ 2091503 w 6254832"/>
                <a:gd name="connsiteY60" fmla="*/ 6343275 h 6864558"/>
                <a:gd name="connsiteX61" fmla="*/ 1948347 w 6254832"/>
                <a:gd name="connsiteY61" fmla="*/ 6301490 h 6864558"/>
                <a:gd name="connsiteX62" fmla="*/ 1807626 w 6254832"/>
                <a:gd name="connsiteY62" fmla="*/ 6252585 h 6864558"/>
                <a:gd name="connsiteX63" fmla="*/ 1738297 w 6254832"/>
                <a:gd name="connsiteY63" fmla="*/ 6225790 h 6864558"/>
                <a:gd name="connsiteX64" fmla="*/ 1669529 w 6254832"/>
                <a:gd name="connsiteY64" fmla="*/ 6197684 h 6864558"/>
                <a:gd name="connsiteX65" fmla="*/ 1635239 w 6254832"/>
                <a:gd name="connsiteY65" fmla="*/ 6183630 h 6864558"/>
                <a:gd name="connsiteX66" fmla="*/ 1601699 w 6254832"/>
                <a:gd name="connsiteY66" fmla="*/ 6167891 h 6864558"/>
                <a:gd name="connsiteX67" fmla="*/ 1534618 w 6254832"/>
                <a:gd name="connsiteY67" fmla="*/ 6136411 h 6864558"/>
                <a:gd name="connsiteX68" fmla="*/ 592299 w 6254832"/>
                <a:gd name="connsiteY68" fmla="*/ 5443116 h 6864558"/>
                <a:gd name="connsiteX69" fmla="*/ 0 w 6254832"/>
                <a:gd name="connsiteY69" fmla="*/ 4496675 h 6864558"/>
                <a:gd name="connsiteX70" fmla="*/ 0 w 6254832"/>
                <a:gd name="connsiteY70" fmla="*/ 5523875 h 6864558"/>
                <a:gd name="connsiteX71" fmla="*/ 2766060 w 6254832"/>
                <a:gd name="connsiteY71" fmla="*/ 6864559 h 6864558"/>
                <a:gd name="connsiteX72" fmla="*/ 6254833 w 6254832"/>
                <a:gd name="connsiteY72" fmla="*/ 3432373 h 6864558"/>
                <a:gd name="connsiteX73" fmla="*/ 2766060 w 6254832"/>
                <a:gd name="connsiteY73" fmla="*/ 0 h 68645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Lst>
              <a:rect l="l" t="t" r="r" b="b"/>
              <a:pathLst>
                <a:path w="6254832" h="6864558">
                  <a:moveTo>
                    <a:pt x="2766060" y="0"/>
                  </a:moveTo>
                  <a:cubicBezTo>
                    <a:pt x="1639549" y="0"/>
                    <a:pt x="637831" y="525405"/>
                    <a:pt x="0" y="1340683"/>
                  </a:cubicBezTo>
                  <a:lnTo>
                    <a:pt x="0" y="2201306"/>
                  </a:lnTo>
                  <a:cubicBezTo>
                    <a:pt x="375" y="2200181"/>
                    <a:pt x="937" y="2198870"/>
                    <a:pt x="1312" y="2197746"/>
                  </a:cubicBezTo>
                  <a:cubicBezTo>
                    <a:pt x="142969" y="1837045"/>
                    <a:pt x="347959" y="1497143"/>
                    <a:pt x="612723" y="1201649"/>
                  </a:cubicBezTo>
                  <a:cubicBezTo>
                    <a:pt x="876550" y="906155"/>
                    <a:pt x="1201836" y="655258"/>
                    <a:pt x="1571344" y="483245"/>
                  </a:cubicBezTo>
                  <a:lnTo>
                    <a:pt x="1641235" y="452328"/>
                  </a:lnTo>
                  <a:cubicBezTo>
                    <a:pt x="1664658" y="442210"/>
                    <a:pt x="1687518" y="430967"/>
                    <a:pt x="1711502" y="422348"/>
                  </a:cubicBezTo>
                  <a:lnTo>
                    <a:pt x="1783080" y="395178"/>
                  </a:lnTo>
                  <a:cubicBezTo>
                    <a:pt x="1807064" y="386372"/>
                    <a:pt x="1830674" y="376441"/>
                    <a:pt x="1855220" y="369133"/>
                  </a:cubicBezTo>
                  <a:lnTo>
                    <a:pt x="1928297" y="345711"/>
                  </a:lnTo>
                  <a:cubicBezTo>
                    <a:pt x="1952656" y="338028"/>
                    <a:pt x="1976828" y="329409"/>
                    <a:pt x="2001749" y="323600"/>
                  </a:cubicBezTo>
                  <a:lnTo>
                    <a:pt x="2076138" y="304300"/>
                  </a:lnTo>
                  <a:lnTo>
                    <a:pt x="2113426" y="294744"/>
                  </a:lnTo>
                  <a:lnTo>
                    <a:pt x="2132163" y="290060"/>
                  </a:lnTo>
                  <a:lnTo>
                    <a:pt x="2151089" y="286312"/>
                  </a:lnTo>
                  <a:cubicBezTo>
                    <a:pt x="2351395" y="241716"/>
                    <a:pt x="2557322" y="219044"/>
                    <a:pt x="2763249" y="218482"/>
                  </a:cubicBezTo>
                  <a:cubicBezTo>
                    <a:pt x="2968802" y="218294"/>
                    <a:pt x="3174167" y="247900"/>
                    <a:pt x="3372225" y="301302"/>
                  </a:cubicBezTo>
                  <a:cubicBezTo>
                    <a:pt x="3471347" y="327910"/>
                    <a:pt x="3568596" y="360513"/>
                    <a:pt x="3663596" y="398364"/>
                  </a:cubicBezTo>
                  <a:cubicBezTo>
                    <a:pt x="3758784" y="435652"/>
                    <a:pt x="3851348" y="479311"/>
                    <a:pt x="3941663" y="526717"/>
                  </a:cubicBezTo>
                  <a:cubicBezTo>
                    <a:pt x="4031979" y="573936"/>
                    <a:pt x="4119297" y="626402"/>
                    <a:pt x="4204366" y="681678"/>
                  </a:cubicBezTo>
                  <a:cubicBezTo>
                    <a:pt x="4289060" y="737516"/>
                    <a:pt x="4370944" y="797289"/>
                    <a:pt x="4450018" y="860061"/>
                  </a:cubicBezTo>
                  <a:cubicBezTo>
                    <a:pt x="4529091" y="922832"/>
                    <a:pt x="4605540" y="988601"/>
                    <a:pt x="4678992" y="1057181"/>
                  </a:cubicBezTo>
                  <a:cubicBezTo>
                    <a:pt x="4752444" y="1125574"/>
                    <a:pt x="4822335" y="1197527"/>
                    <a:pt x="4889791" y="1271166"/>
                  </a:cubicBezTo>
                  <a:cubicBezTo>
                    <a:pt x="4957247" y="1344805"/>
                    <a:pt x="5021705" y="1420693"/>
                    <a:pt x="5083164" y="1498642"/>
                  </a:cubicBezTo>
                  <a:cubicBezTo>
                    <a:pt x="5144062" y="1576965"/>
                    <a:pt x="5202899" y="1656601"/>
                    <a:pt x="5257987" y="1738484"/>
                  </a:cubicBezTo>
                  <a:cubicBezTo>
                    <a:pt x="5313076" y="1820368"/>
                    <a:pt x="5365354" y="1903751"/>
                    <a:pt x="5413510" y="1989195"/>
                  </a:cubicBezTo>
                  <a:cubicBezTo>
                    <a:pt x="5462041" y="2074451"/>
                    <a:pt x="5507011" y="2161207"/>
                    <a:pt x="5548609" y="2249462"/>
                  </a:cubicBezTo>
                  <a:cubicBezTo>
                    <a:pt x="5631430" y="2426158"/>
                    <a:pt x="5698323" y="2608851"/>
                    <a:pt x="5747791" y="2795666"/>
                  </a:cubicBezTo>
                  <a:cubicBezTo>
                    <a:pt x="5771963" y="2889167"/>
                    <a:pt x="5791825" y="2983792"/>
                    <a:pt x="5806814" y="3078980"/>
                  </a:cubicBezTo>
                  <a:cubicBezTo>
                    <a:pt x="5810562" y="3102777"/>
                    <a:pt x="5814497" y="3126574"/>
                    <a:pt x="5816933" y="3150558"/>
                  </a:cubicBezTo>
                  <a:cubicBezTo>
                    <a:pt x="5819556" y="3174542"/>
                    <a:pt x="5823304" y="3198339"/>
                    <a:pt x="5825178" y="3222323"/>
                  </a:cubicBezTo>
                  <a:cubicBezTo>
                    <a:pt x="5827426" y="3246308"/>
                    <a:pt x="5830050" y="3270292"/>
                    <a:pt x="5831923" y="3294276"/>
                  </a:cubicBezTo>
                  <a:lnTo>
                    <a:pt x="5836233" y="3366416"/>
                  </a:lnTo>
                  <a:cubicBezTo>
                    <a:pt x="5839981" y="3462728"/>
                    <a:pt x="5839981" y="3559227"/>
                    <a:pt x="5833047" y="3655726"/>
                  </a:cubicBezTo>
                  <a:cubicBezTo>
                    <a:pt x="5830986" y="3679711"/>
                    <a:pt x="5830237" y="3704069"/>
                    <a:pt x="5827426" y="3728054"/>
                  </a:cubicBezTo>
                  <a:lnTo>
                    <a:pt x="5819556" y="3800194"/>
                  </a:lnTo>
                  <a:lnTo>
                    <a:pt x="5809063" y="3872147"/>
                  </a:lnTo>
                  <a:cubicBezTo>
                    <a:pt x="5805690" y="3896131"/>
                    <a:pt x="5800818" y="3919928"/>
                    <a:pt x="5796696" y="3943912"/>
                  </a:cubicBezTo>
                  <a:cubicBezTo>
                    <a:pt x="5778708" y="4039287"/>
                    <a:pt x="5755848" y="4134662"/>
                    <a:pt x="5725305" y="4225165"/>
                  </a:cubicBezTo>
                  <a:cubicBezTo>
                    <a:pt x="5694763" y="4315669"/>
                    <a:pt x="5656726" y="4402237"/>
                    <a:pt x="5605384" y="4478312"/>
                  </a:cubicBezTo>
                  <a:cubicBezTo>
                    <a:pt x="5554980" y="4555324"/>
                    <a:pt x="5489960" y="4620718"/>
                    <a:pt x="5412573" y="4677306"/>
                  </a:cubicBezTo>
                  <a:cubicBezTo>
                    <a:pt x="5335374" y="4734269"/>
                    <a:pt x="5245995" y="4782987"/>
                    <a:pt x="5155867" y="4834703"/>
                  </a:cubicBezTo>
                  <a:cubicBezTo>
                    <a:pt x="4973924" y="4936261"/>
                    <a:pt x="4794791" y="5058806"/>
                    <a:pt x="4645452" y="5207396"/>
                  </a:cubicBezTo>
                  <a:cubicBezTo>
                    <a:pt x="4607414" y="5244497"/>
                    <a:pt x="4571813" y="5281597"/>
                    <a:pt x="4536211" y="5319072"/>
                  </a:cubicBezTo>
                  <a:lnTo>
                    <a:pt x="4430343" y="5432061"/>
                  </a:lnTo>
                  <a:cubicBezTo>
                    <a:pt x="4360264" y="5507574"/>
                    <a:pt x="4290934" y="5583087"/>
                    <a:pt x="4220668" y="5657663"/>
                  </a:cubicBezTo>
                  <a:cubicBezTo>
                    <a:pt x="4185628" y="5694951"/>
                    <a:pt x="4150589" y="5732052"/>
                    <a:pt x="4115174" y="5768777"/>
                  </a:cubicBezTo>
                  <a:cubicBezTo>
                    <a:pt x="4079573" y="5805316"/>
                    <a:pt x="4043597" y="5841292"/>
                    <a:pt x="4007245" y="5876707"/>
                  </a:cubicBezTo>
                  <a:cubicBezTo>
                    <a:pt x="3934543" y="5947723"/>
                    <a:pt x="3859405" y="6015740"/>
                    <a:pt x="3781081" y="6078887"/>
                  </a:cubicBezTo>
                  <a:cubicBezTo>
                    <a:pt x="3702945" y="6142220"/>
                    <a:pt x="3620312" y="6199557"/>
                    <a:pt x="3534493" y="6249775"/>
                  </a:cubicBezTo>
                  <a:cubicBezTo>
                    <a:pt x="3448300" y="6299429"/>
                    <a:pt x="3358359" y="6341589"/>
                    <a:pt x="3265232" y="6373068"/>
                  </a:cubicBezTo>
                  <a:cubicBezTo>
                    <a:pt x="3241998" y="6381313"/>
                    <a:pt x="3218201" y="6387497"/>
                    <a:pt x="3194779" y="6394804"/>
                  </a:cubicBezTo>
                  <a:cubicBezTo>
                    <a:pt x="3171169" y="6401175"/>
                    <a:pt x="3147185" y="6406797"/>
                    <a:pt x="3123575" y="6412792"/>
                  </a:cubicBezTo>
                  <a:cubicBezTo>
                    <a:pt x="3099404" y="6417477"/>
                    <a:pt x="3075420" y="6422161"/>
                    <a:pt x="3051435" y="6426471"/>
                  </a:cubicBezTo>
                  <a:cubicBezTo>
                    <a:pt x="3027076" y="6429657"/>
                    <a:pt x="3002904" y="6433591"/>
                    <a:pt x="2978733" y="6436214"/>
                  </a:cubicBezTo>
                  <a:cubicBezTo>
                    <a:pt x="2954374" y="6438088"/>
                    <a:pt x="2930015" y="6440899"/>
                    <a:pt x="2905656" y="6442211"/>
                  </a:cubicBezTo>
                  <a:cubicBezTo>
                    <a:pt x="2881109" y="6442960"/>
                    <a:pt x="2856751" y="6444272"/>
                    <a:pt x="2832204" y="6444459"/>
                  </a:cubicBezTo>
                  <a:cubicBezTo>
                    <a:pt x="2807658" y="6444084"/>
                    <a:pt x="2783298" y="6444084"/>
                    <a:pt x="2758565" y="6443335"/>
                  </a:cubicBezTo>
                  <a:lnTo>
                    <a:pt x="2683239" y="6438463"/>
                  </a:lnTo>
                  <a:cubicBezTo>
                    <a:pt x="2482559" y="6425909"/>
                    <a:pt x="2284126" y="6393492"/>
                    <a:pt x="2091503" y="6343275"/>
                  </a:cubicBezTo>
                  <a:lnTo>
                    <a:pt x="1948347" y="6301490"/>
                  </a:lnTo>
                  <a:cubicBezTo>
                    <a:pt x="1901127" y="6286126"/>
                    <a:pt x="1854658" y="6268699"/>
                    <a:pt x="1807626" y="6252585"/>
                  </a:cubicBezTo>
                  <a:cubicBezTo>
                    <a:pt x="1784017" y="6245090"/>
                    <a:pt x="1761344" y="6234972"/>
                    <a:pt x="1738297" y="6225790"/>
                  </a:cubicBezTo>
                  <a:lnTo>
                    <a:pt x="1669529" y="6197684"/>
                  </a:lnTo>
                  <a:lnTo>
                    <a:pt x="1635239" y="6183630"/>
                  </a:lnTo>
                  <a:lnTo>
                    <a:pt x="1601699" y="6167891"/>
                  </a:lnTo>
                  <a:lnTo>
                    <a:pt x="1534618" y="6136411"/>
                  </a:lnTo>
                  <a:cubicBezTo>
                    <a:pt x="1179164" y="5964961"/>
                    <a:pt x="857250" y="5729616"/>
                    <a:pt x="592299" y="5443116"/>
                  </a:cubicBezTo>
                  <a:cubicBezTo>
                    <a:pt x="336904" y="5166173"/>
                    <a:pt x="137160" y="4842573"/>
                    <a:pt x="0" y="4496675"/>
                  </a:cubicBezTo>
                  <a:lnTo>
                    <a:pt x="0" y="5523875"/>
                  </a:lnTo>
                  <a:cubicBezTo>
                    <a:pt x="637831" y="6338966"/>
                    <a:pt x="1639549" y="6864559"/>
                    <a:pt x="2766060" y="6864559"/>
                  </a:cubicBezTo>
                  <a:cubicBezTo>
                    <a:pt x="4692858" y="6864559"/>
                    <a:pt x="6254833" y="5327879"/>
                    <a:pt x="6254833" y="3432373"/>
                  </a:cubicBezTo>
                  <a:cubicBezTo>
                    <a:pt x="6254833" y="1536679"/>
                    <a:pt x="4692858" y="0"/>
                    <a:pt x="2766060" y="0"/>
                  </a:cubicBezTo>
                  <a:close/>
                </a:path>
              </a:pathLst>
            </a:custGeom>
            <a:ln w="18736" cap="flat">
              <a:noFill/>
              <a:prstDash val="solid"/>
              <a:miter/>
            </a:ln>
          </p:spPr>
          <p:txBody>
            <a:bodyPr rtlCol="0" anchor="ctr"/>
            <a:lstStyle/>
            <a:p>
              <a:endParaRPr lang="en-US" dirty="0"/>
            </a:p>
          </p:txBody>
        </p:sp>
      </p:grpSp>
      <p:sp>
        <p:nvSpPr>
          <p:cNvPr id="2" name="Title 1">
            <a:extLst>
              <a:ext uri="{FF2B5EF4-FFF2-40B4-BE49-F238E27FC236}">
                <a16:creationId xmlns:a16="http://schemas.microsoft.com/office/drawing/2014/main" id="{B12BAD43-7BA8-A25B-9734-8D78FEC59DA6}"/>
              </a:ext>
            </a:extLst>
          </p:cNvPr>
          <p:cNvSpPr>
            <a:spLocks noGrp="1"/>
          </p:cNvSpPr>
          <p:nvPr>
            <p:ph type="title"/>
          </p:nvPr>
        </p:nvSpPr>
        <p:spPr>
          <a:xfrm>
            <a:off x="6094105" y="802955"/>
            <a:ext cx="4977976" cy="1454051"/>
          </a:xfrm>
        </p:spPr>
        <p:txBody>
          <a:bodyPr anchor="b">
            <a:normAutofit/>
          </a:bodyPr>
          <a:lstStyle/>
          <a:p>
            <a:r>
              <a:rPr lang="en-US" sz="3600">
                <a:solidFill>
                  <a:schemeClr val="tx2"/>
                </a:solidFill>
              </a:rPr>
              <a:t>Model Training &amp; Comparison</a:t>
            </a:r>
          </a:p>
        </p:txBody>
      </p:sp>
      <p:sp>
        <p:nvSpPr>
          <p:cNvPr id="3" name="Content Placeholder 2">
            <a:extLst>
              <a:ext uri="{FF2B5EF4-FFF2-40B4-BE49-F238E27FC236}">
                <a16:creationId xmlns:a16="http://schemas.microsoft.com/office/drawing/2014/main" id="{3438C690-E931-6336-227C-FDD2FD4E1D4F}"/>
              </a:ext>
            </a:extLst>
          </p:cNvPr>
          <p:cNvSpPr>
            <a:spLocks noGrp="1"/>
          </p:cNvSpPr>
          <p:nvPr>
            <p:ph idx="1"/>
          </p:nvPr>
        </p:nvSpPr>
        <p:spPr>
          <a:xfrm>
            <a:off x="6090574" y="2415756"/>
            <a:ext cx="4977578" cy="3639289"/>
          </a:xfrm>
        </p:spPr>
        <p:txBody>
          <a:bodyPr anchor="ctr">
            <a:normAutofit/>
          </a:bodyPr>
          <a:lstStyle/>
          <a:p>
            <a:pPr>
              <a:buFont typeface="Arial" panose="020B0604020202020204" pitchFamily="34" charset="0"/>
              <a:buChar char="•"/>
            </a:pPr>
            <a:r>
              <a:rPr lang="en-US" sz="1800" b="1">
                <a:solidFill>
                  <a:schemeClr val="tx2"/>
                </a:solidFill>
              </a:rPr>
              <a:t>Dataset Split:</a:t>
            </a:r>
            <a:r>
              <a:rPr lang="en-US" sz="1800">
                <a:solidFill>
                  <a:schemeClr val="tx2"/>
                </a:solidFill>
              </a:rPr>
              <a:t> 80% Training / 20% Testing.</a:t>
            </a:r>
          </a:p>
          <a:p>
            <a:pPr>
              <a:buFont typeface="Arial" panose="020B0604020202020204" pitchFamily="34" charset="0"/>
              <a:buChar char="•"/>
            </a:pPr>
            <a:r>
              <a:rPr lang="en-US" sz="1800" b="1">
                <a:solidFill>
                  <a:schemeClr val="tx2"/>
                </a:solidFill>
              </a:rPr>
              <a:t>Model 1: Random Forest (Classical ML)</a:t>
            </a:r>
            <a:endParaRPr lang="en-US" sz="1800">
              <a:solidFill>
                <a:schemeClr val="tx2"/>
              </a:solidFill>
            </a:endParaRPr>
          </a:p>
          <a:p>
            <a:pPr marL="742950" lvl="1" indent="-285750">
              <a:buFont typeface="Arial" panose="020B0604020202020204" pitchFamily="34" charset="0"/>
              <a:buChar char="•"/>
            </a:pPr>
            <a:r>
              <a:rPr lang="en-US" sz="1800">
                <a:solidFill>
                  <a:schemeClr val="tx2"/>
                </a:solidFill>
              </a:rPr>
              <a:t>An ensemble of decision trees.</a:t>
            </a:r>
          </a:p>
          <a:p>
            <a:pPr marL="742950" lvl="1" indent="-285750">
              <a:buFont typeface="Arial" panose="020B0604020202020204" pitchFamily="34" charset="0"/>
              <a:buChar char="•"/>
            </a:pPr>
            <a:r>
              <a:rPr lang="en-US" sz="1800">
                <a:solidFill>
                  <a:schemeClr val="tx2"/>
                </a:solidFill>
              </a:rPr>
              <a:t>Robust against noise and effective for categorical data.</a:t>
            </a:r>
          </a:p>
          <a:p>
            <a:pPr>
              <a:buFont typeface="Arial" panose="020B0604020202020204" pitchFamily="34" charset="0"/>
              <a:buChar char="•"/>
            </a:pPr>
            <a:r>
              <a:rPr lang="en-US" sz="1800" b="1">
                <a:solidFill>
                  <a:schemeClr val="tx2"/>
                </a:solidFill>
              </a:rPr>
              <a:t>Model 2: MLPClassifier (Neural Network)</a:t>
            </a:r>
            <a:endParaRPr lang="en-US" sz="1800">
              <a:solidFill>
                <a:schemeClr val="tx2"/>
              </a:solidFill>
            </a:endParaRPr>
          </a:p>
          <a:p>
            <a:pPr marL="742950" lvl="1" indent="-285750">
              <a:buFont typeface="Arial" panose="020B0604020202020204" pitchFamily="34" charset="0"/>
              <a:buChar char="•"/>
            </a:pPr>
            <a:r>
              <a:rPr lang="en-US" sz="1800">
                <a:solidFill>
                  <a:schemeClr val="tx2"/>
                </a:solidFill>
              </a:rPr>
              <a:t>A multi-layer perceptron capable of learning complex, non-linear patterns.</a:t>
            </a:r>
          </a:p>
          <a:p>
            <a:endParaRPr lang="en-US" sz="1800">
              <a:solidFill>
                <a:schemeClr val="tx2"/>
              </a:solidFill>
            </a:endParaRPr>
          </a:p>
        </p:txBody>
      </p:sp>
    </p:spTree>
    <p:extLst>
      <p:ext uri="{BB962C8B-B14F-4D97-AF65-F5344CB8AC3E}">
        <p14:creationId xmlns:p14="http://schemas.microsoft.com/office/powerpoint/2010/main" val="4037270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13EFA6C3-82DC-4131-9929-2523E6FD0B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3D21346-710A-0211-9E0F-1B336522642A}"/>
              </a:ext>
            </a:extLst>
          </p:cNvPr>
          <p:cNvSpPr>
            <a:spLocks noGrp="1"/>
          </p:cNvSpPr>
          <p:nvPr>
            <p:ph type="title"/>
          </p:nvPr>
        </p:nvSpPr>
        <p:spPr>
          <a:xfrm>
            <a:off x="5381625" y="609600"/>
            <a:ext cx="5816361" cy="1330839"/>
          </a:xfrm>
        </p:spPr>
        <p:txBody>
          <a:bodyPr vert="horz" lIns="91440" tIns="45720" rIns="91440" bIns="45720" rtlCol="0" anchor="ctr">
            <a:normAutofit/>
          </a:bodyPr>
          <a:lstStyle/>
          <a:p>
            <a:r>
              <a:rPr lang="en-US" kern="1200">
                <a:solidFill>
                  <a:schemeClr val="tx1"/>
                </a:solidFill>
                <a:latin typeface="+mj-lt"/>
                <a:ea typeface="+mj-ea"/>
                <a:cs typeface="+mj-cs"/>
              </a:rPr>
              <a:t>Performance Evaluation</a:t>
            </a:r>
          </a:p>
        </p:txBody>
      </p:sp>
      <p:sp>
        <p:nvSpPr>
          <p:cNvPr id="14" name="Freeform: Shape 13">
            <a:extLst>
              <a:ext uri="{FF2B5EF4-FFF2-40B4-BE49-F238E27FC236}">
                <a16:creationId xmlns:a16="http://schemas.microsoft.com/office/drawing/2014/main" id="{AEC9469E-14CA-4358-BABC-CBF836A614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869680" cy="767978"/>
          </a:xfrm>
          <a:custGeom>
            <a:avLst/>
            <a:gdLst>
              <a:gd name="connsiteX0" fmla="*/ 0 w 10753706"/>
              <a:gd name="connsiteY0" fmla="*/ 0 h 1027260"/>
              <a:gd name="connsiteX1" fmla="*/ 10753706 w 10753706"/>
              <a:gd name="connsiteY1" fmla="*/ 0 h 1027260"/>
              <a:gd name="connsiteX2" fmla="*/ 10748809 w 10753706"/>
              <a:gd name="connsiteY2" fmla="*/ 2522 h 1027260"/>
              <a:gd name="connsiteX3" fmla="*/ 10725330 w 10753706"/>
              <a:gd name="connsiteY3" fmla="*/ 11977 h 1027260"/>
              <a:gd name="connsiteX4" fmla="*/ 10615423 w 10753706"/>
              <a:gd name="connsiteY4" fmla="*/ 52967 h 1027260"/>
              <a:gd name="connsiteX5" fmla="*/ 10533936 w 10753706"/>
              <a:gd name="connsiteY5" fmla="*/ 53095 h 1027260"/>
              <a:gd name="connsiteX6" fmla="*/ 10466876 w 10753706"/>
              <a:gd name="connsiteY6" fmla="*/ 45180 h 1027260"/>
              <a:gd name="connsiteX7" fmla="*/ 10355090 w 10753706"/>
              <a:gd name="connsiteY7" fmla="*/ 89741 h 1027260"/>
              <a:gd name="connsiteX8" fmla="*/ 10087145 w 10753706"/>
              <a:gd name="connsiteY8" fmla="*/ 66115 h 1027260"/>
              <a:gd name="connsiteX9" fmla="*/ 10015902 w 10753706"/>
              <a:gd name="connsiteY9" fmla="*/ 76178 h 1027260"/>
              <a:gd name="connsiteX10" fmla="*/ 9806005 w 10753706"/>
              <a:gd name="connsiteY10" fmla="*/ 102435 h 1027260"/>
              <a:gd name="connsiteX11" fmla="*/ 9602583 w 10753706"/>
              <a:gd name="connsiteY11" fmla="*/ 179170 h 1027260"/>
              <a:gd name="connsiteX12" fmla="*/ 9469719 w 10753706"/>
              <a:gd name="connsiteY12" fmla="*/ 174721 h 1027260"/>
              <a:gd name="connsiteX13" fmla="*/ 9408692 w 10753706"/>
              <a:gd name="connsiteY13" fmla="*/ 189513 h 1027260"/>
              <a:gd name="connsiteX14" fmla="*/ 9364151 w 10753706"/>
              <a:gd name="connsiteY14" fmla="*/ 194072 h 1027260"/>
              <a:gd name="connsiteX15" fmla="*/ 9337751 w 10753706"/>
              <a:gd name="connsiteY15" fmla="*/ 197579 h 1027260"/>
              <a:gd name="connsiteX16" fmla="*/ 9297166 w 10753706"/>
              <a:gd name="connsiteY16" fmla="*/ 216558 h 1027260"/>
              <a:gd name="connsiteX17" fmla="*/ 9123859 w 10753706"/>
              <a:gd name="connsiteY17" fmla="*/ 237356 h 1027260"/>
              <a:gd name="connsiteX18" fmla="*/ 8950741 w 10753706"/>
              <a:gd name="connsiteY18" fmla="*/ 238020 h 1027260"/>
              <a:gd name="connsiteX19" fmla="*/ 8718236 w 10753706"/>
              <a:gd name="connsiteY19" fmla="*/ 303148 h 1027260"/>
              <a:gd name="connsiteX20" fmla="*/ 8694011 w 10753706"/>
              <a:gd name="connsiteY20" fmla="*/ 308812 h 1027260"/>
              <a:gd name="connsiteX21" fmla="*/ 8611976 w 10753706"/>
              <a:gd name="connsiteY21" fmla="*/ 324819 h 1027260"/>
              <a:gd name="connsiteX22" fmla="*/ 8562074 w 10753706"/>
              <a:gd name="connsiteY22" fmla="*/ 337971 h 1027260"/>
              <a:gd name="connsiteX23" fmla="*/ 8501724 w 10753706"/>
              <a:gd name="connsiteY23" fmla="*/ 360865 h 1027260"/>
              <a:gd name="connsiteX24" fmla="*/ 8504489 w 10753706"/>
              <a:gd name="connsiteY24" fmla="*/ 364790 h 1027260"/>
              <a:gd name="connsiteX25" fmla="*/ 8492774 w 10753706"/>
              <a:gd name="connsiteY25" fmla="*/ 366181 h 1027260"/>
              <a:gd name="connsiteX26" fmla="*/ 8466405 w 10753706"/>
              <a:gd name="connsiteY26" fmla="*/ 368724 h 1027260"/>
              <a:gd name="connsiteX27" fmla="*/ 8427069 w 10753706"/>
              <a:gd name="connsiteY27" fmla="*/ 387211 h 1027260"/>
              <a:gd name="connsiteX28" fmla="*/ 8387766 w 10753706"/>
              <a:gd name="connsiteY28" fmla="*/ 377161 h 1027260"/>
              <a:gd name="connsiteX29" fmla="*/ 8315874 w 10753706"/>
              <a:gd name="connsiteY29" fmla="*/ 395527 h 1027260"/>
              <a:gd name="connsiteX30" fmla="*/ 8274474 w 10753706"/>
              <a:gd name="connsiteY30" fmla="*/ 405112 h 1027260"/>
              <a:gd name="connsiteX31" fmla="*/ 8234664 w 10753706"/>
              <a:gd name="connsiteY31" fmla="*/ 410219 h 1027260"/>
              <a:gd name="connsiteX32" fmla="*/ 8211268 w 10753706"/>
              <a:gd name="connsiteY32" fmla="*/ 416791 h 1027260"/>
              <a:gd name="connsiteX33" fmla="*/ 8188615 w 10753706"/>
              <a:gd name="connsiteY33" fmla="*/ 421755 h 1027260"/>
              <a:gd name="connsiteX34" fmla="*/ 8179981 w 10753706"/>
              <a:gd name="connsiteY34" fmla="*/ 420402 h 1027260"/>
              <a:gd name="connsiteX35" fmla="*/ 8179307 w 10753706"/>
              <a:gd name="connsiteY35" fmla="*/ 422516 h 1027260"/>
              <a:gd name="connsiteX36" fmla="*/ 8147929 w 10753706"/>
              <a:gd name="connsiteY36" fmla="*/ 450302 h 1027260"/>
              <a:gd name="connsiteX37" fmla="*/ 8089136 w 10753706"/>
              <a:gd name="connsiteY37" fmla="*/ 465283 h 1027260"/>
              <a:gd name="connsiteX38" fmla="*/ 8049973 w 10753706"/>
              <a:gd name="connsiteY38" fmla="*/ 454121 h 1027260"/>
              <a:gd name="connsiteX39" fmla="*/ 7965913 w 10753706"/>
              <a:gd name="connsiteY39" fmla="*/ 464415 h 1027260"/>
              <a:gd name="connsiteX40" fmla="*/ 7945093 w 10753706"/>
              <a:gd name="connsiteY40" fmla="*/ 464798 h 1027260"/>
              <a:gd name="connsiteX41" fmla="*/ 7935335 w 10753706"/>
              <a:gd name="connsiteY41" fmla="*/ 462442 h 1027260"/>
              <a:gd name="connsiteX42" fmla="*/ 7904779 w 10753706"/>
              <a:gd name="connsiteY42" fmla="*/ 471429 h 1027260"/>
              <a:gd name="connsiteX43" fmla="*/ 7855604 w 10753706"/>
              <a:gd name="connsiteY43" fmla="*/ 480199 h 1027260"/>
              <a:gd name="connsiteX44" fmla="*/ 7832630 w 10753706"/>
              <a:gd name="connsiteY44" fmla="*/ 485371 h 1027260"/>
              <a:gd name="connsiteX45" fmla="*/ 7812438 w 10753706"/>
              <a:gd name="connsiteY45" fmla="*/ 485391 h 1027260"/>
              <a:gd name="connsiteX46" fmla="*/ 7701399 w 10753706"/>
              <a:gd name="connsiteY46" fmla="*/ 495197 h 1027260"/>
              <a:gd name="connsiteX47" fmla="*/ 7674778 w 10753706"/>
              <a:gd name="connsiteY47" fmla="*/ 494723 h 1027260"/>
              <a:gd name="connsiteX48" fmla="*/ 7660445 w 10753706"/>
              <a:gd name="connsiteY48" fmla="*/ 490194 h 1027260"/>
              <a:gd name="connsiteX49" fmla="*/ 7651781 w 10753706"/>
              <a:gd name="connsiteY49" fmla="*/ 493084 h 1027260"/>
              <a:gd name="connsiteX50" fmla="*/ 7584807 w 10753706"/>
              <a:gd name="connsiteY50" fmla="*/ 499490 h 1027260"/>
              <a:gd name="connsiteX51" fmla="*/ 7541324 w 10753706"/>
              <a:gd name="connsiteY51" fmla="*/ 504184 h 1027260"/>
              <a:gd name="connsiteX52" fmla="*/ 7541756 w 10753706"/>
              <a:gd name="connsiteY52" fmla="*/ 512184 h 1027260"/>
              <a:gd name="connsiteX53" fmla="*/ 7503906 w 10753706"/>
              <a:gd name="connsiteY53" fmla="*/ 518551 h 1027260"/>
              <a:gd name="connsiteX54" fmla="*/ 7460411 w 10753706"/>
              <a:gd name="connsiteY54" fmla="*/ 517415 h 1027260"/>
              <a:gd name="connsiteX55" fmla="*/ 7460116 w 10753706"/>
              <a:gd name="connsiteY55" fmla="*/ 517548 h 1027260"/>
              <a:gd name="connsiteX56" fmla="*/ 7297810 w 10753706"/>
              <a:gd name="connsiteY56" fmla="*/ 563947 h 1027260"/>
              <a:gd name="connsiteX57" fmla="*/ 6946388 w 10753706"/>
              <a:gd name="connsiteY57" fmla="*/ 665244 h 1027260"/>
              <a:gd name="connsiteX58" fmla="*/ 6741704 w 10753706"/>
              <a:gd name="connsiteY58" fmla="*/ 679365 h 1027260"/>
              <a:gd name="connsiteX59" fmla="*/ 6624680 w 10753706"/>
              <a:gd name="connsiteY59" fmla="*/ 677674 h 1027260"/>
              <a:gd name="connsiteX60" fmla="*/ 6605700 w 10753706"/>
              <a:gd name="connsiteY60" fmla="*/ 683566 h 1027260"/>
              <a:gd name="connsiteX61" fmla="*/ 6576922 w 10753706"/>
              <a:gd name="connsiteY61" fmla="*/ 683030 h 1027260"/>
              <a:gd name="connsiteX62" fmla="*/ 6405123 w 10753706"/>
              <a:gd name="connsiteY62" fmla="*/ 721946 h 1027260"/>
              <a:gd name="connsiteX63" fmla="*/ 6368938 w 10753706"/>
              <a:gd name="connsiteY63" fmla="*/ 717341 h 1027260"/>
              <a:gd name="connsiteX64" fmla="*/ 6295102 w 10753706"/>
              <a:gd name="connsiteY64" fmla="*/ 729508 h 1027260"/>
              <a:gd name="connsiteX65" fmla="*/ 6202084 w 10753706"/>
              <a:gd name="connsiteY65" fmla="*/ 767091 h 1027260"/>
              <a:gd name="connsiteX66" fmla="*/ 6067157 w 10753706"/>
              <a:gd name="connsiteY66" fmla="*/ 790339 h 1027260"/>
              <a:gd name="connsiteX67" fmla="*/ 6061443 w 10753706"/>
              <a:gd name="connsiteY67" fmla="*/ 796151 h 1027260"/>
              <a:gd name="connsiteX68" fmla="*/ 6051406 w 10753706"/>
              <a:gd name="connsiteY68" fmla="*/ 800684 h 1027260"/>
              <a:gd name="connsiteX69" fmla="*/ 6049097 w 10753706"/>
              <a:gd name="connsiteY69" fmla="*/ 800636 h 1027260"/>
              <a:gd name="connsiteX70" fmla="*/ 6034222 w 10753706"/>
              <a:gd name="connsiteY70" fmla="*/ 804110 h 1027260"/>
              <a:gd name="connsiteX71" fmla="*/ 6033121 w 10753706"/>
              <a:gd name="connsiteY71" fmla="*/ 806078 h 1027260"/>
              <a:gd name="connsiteX72" fmla="*/ 6023593 w 10753706"/>
              <a:gd name="connsiteY72" fmla="*/ 808842 h 1027260"/>
              <a:gd name="connsiteX73" fmla="*/ 6006639 w 10753706"/>
              <a:gd name="connsiteY73" fmla="*/ 815304 h 1027260"/>
              <a:gd name="connsiteX74" fmla="*/ 6001762 w 10753706"/>
              <a:gd name="connsiteY74" fmla="*/ 815557 h 1027260"/>
              <a:gd name="connsiteX75" fmla="*/ 5973534 w 10753706"/>
              <a:gd name="connsiteY75" fmla="*/ 823815 h 1027260"/>
              <a:gd name="connsiteX76" fmla="*/ 5972336 w 10753706"/>
              <a:gd name="connsiteY76" fmla="*/ 823476 h 1027260"/>
              <a:gd name="connsiteX77" fmla="*/ 5960841 w 10753706"/>
              <a:gd name="connsiteY77" fmla="*/ 823819 h 1027260"/>
              <a:gd name="connsiteX78" fmla="*/ 5940719 w 10753706"/>
              <a:gd name="connsiteY78" fmla="*/ 825514 h 1027260"/>
              <a:gd name="connsiteX79" fmla="*/ 5884298 w 10753706"/>
              <a:gd name="connsiteY79" fmla="*/ 823806 h 1027260"/>
              <a:gd name="connsiteX80" fmla="*/ 5854779 w 10753706"/>
              <a:gd name="connsiteY80" fmla="*/ 832365 h 1027260"/>
              <a:gd name="connsiteX81" fmla="*/ 5848382 w 10753706"/>
              <a:gd name="connsiteY81" fmla="*/ 833844 h 1027260"/>
              <a:gd name="connsiteX82" fmla="*/ 5848066 w 10753706"/>
              <a:gd name="connsiteY82" fmla="*/ 833772 h 1027260"/>
              <a:gd name="connsiteX83" fmla="*/ 5840944 w 10753706"/>
              <a:gd name="connsiteY83" fmla="*/ 835132 h 1027260"/>
              <a:gd name="connsiteX84" fmla="*/ 5836719 w 10753706"/>
              <a:gd name="connsiteY84" fmla="*/ 836539 h 1027260"/>
              <a:gd name="connsiteX85" fmla="*/ 5824311 w 10753706"/>
              <a:gd name="connsiteY85" fmla="*/ 839408 h 1027260"/>
              <a:gd name="connsiteX86" fmla="*/ 5818788 w 10753706"/>
              <a:gd name="connsiteY86" fmla="*/ 839727 h 1027260"/>
              <a:gd name="connsiteX87" fmla="*/ 5763953 w 10753706"/>
              <a:gd name="connsiteY87" fmla="*/ 834282 h 1027260"/>
              <a:gd name="connsiteX88" fmla="*/ 5667748 w 10753706"/>
              <a:gd name="connsiteY88" fmla="*/ 840211 h 1027260"/>
              <a:gd name="connsiteX89" fmla="*/ 5573108 w 10753706"/>
              <a:gd name="connsiteY89" fmla="*/ 847611 h 1027260"/>
              <a:gd name="connsiteX90" fmla="*/ 5539137 w 10753706"/>
              <a:gd name="connsiteY90" fmla="*/ 851033 h 1027260"/>
              <a:gd name="connsiteX91" fmla="*/ 5510651 w 10753706"/>
              <a:gd name="connsiteY91" fmla="*/ 844215 h 1027260"/>
              <a:gd name="connsiteX92" fmla="*/ 5457331 w 10753706"/>
              <a:gd name="connsiteY92" fmla="*/ 839159 h 1027260"/>
              <a:gd name="connsiteX93" fmla="*/ 5410613 w 10753706"/>
              <a:gd name="connsiteY93" fmla="*/ 834358 h 1027260"/>
              <a:gd name="connsiteX94" fmla="*/ 5370040 w 10753706"/>
              <a:gd name="connsiteY94" fmla="*/ 862127 h 1027260"/>
              <a:gd name="connsiteX95" fmla="*/ 5318778 w 10753706"/>
              <a:gd name="connsiteY95" fmla="*/ 855310 h 1027260"/>
              <a:gd name="connsiteX96" fmla="*/ 5298645 w 10753706"/>
              <a:gd name="connsiteY96" fmla="*/ 855171 h 1027260"/>
              <a:gd name="connsiteX97" fmla="*/ 5253828 w 10753706"/>
              <a:gd name="connsiteY97" fmla="*/ 859670 h 1027260"/>
              <a:gd name="connsiteX98" fmla="*/ 5216955 w 10753706"/>
              <a:gd name="connsiteY98" fmla="*/ 866245 h 1027260"/>
              <a:gd name="connsiteX99" fmla="*/ 5214344 w 10753706"/>
              <a:gd name="connsiteY99" fmla="*/ 868102 h 1027260"/>
              <a:gd name="connsiteX100" fmla="*/ 5195561 w 10753706"/>
              <a:gd name="connsiteY100" fmla="*/ 869949 h 1027260"/>
              <a:gd name="connsiteX101" fmla="*/ 5182555 w 10753706"/>
              <a:gd name="connsiteY101" fmla="*/ 873542 h 1027260"/>
              <a:gd name="connsiteX102" fmla="*/ 5172552 w 10753706"/>
              <a:gd name="connsiteY102" fmla="*/ 878801 h 1027260"/>
              <a:gd name="connsiteX103" fmla="*/ 5027993 w 10753706"/>
              <a:gd name="connsiteY103" fmla="*/ 889666 h 1027260"/>
              <a:gd name="connsiteX104" fmla="*/ 4939844 w 10753706"/>
              <a:gd name="connsiteY104" fmla="*/ 934802 h 1027260"/>
              <a:gd name="connsiteX105" fmla="*/ 4792576 w 10753706"/>
              <a:gd name="connsiteY105" fmla="*/ 934820 h 1027260"/>
              <a:gd name="connsiteX106" fmla="*/ 4602423 w 10753706"/>
              <a:gd name="connsiteY106" fmla="*/ 958063 h 1027260"/>
              <a:gd name="connsiteX107" fmla="*/ 4290656 w 10753706"/>
              <a:gd name="connsiteY107" fmla="*/ 969152 h 1027260"/>
              <a:gd name="connsiteX108" fmla="*/ 3952334 w 10753706"/>
              <a:gd name="connsiteY108" fmla="*/ 954043 h 1027260"/>
              <a:gd name="connsiteX109" fmla="*/ 3858560 w 10753706"/>
              <a:gd name="connsiteY109" fmla="*/ 948781 h 1027260"/>
              <a:gd name="connsiteX110" fmla="*/ 3846597 w 10753706"/>
              <a:gd name="connsiteY110" fmla="*/ 948382 h 1027260"/>
              <a:gd name="connsiteX111" fmla="*/ 3736044 w 10753706"/>
              <a:gd name="connsiteY111" fmla="*/ 947759 h 1027260"/>
              <a:gd name="connsiteX112" fmla="*/ 3713136 w 10753706"/>
              <a:gd name="connsiteY112" fmla="*/ 946963 h 1027260"/>
              <a:gd name="connsiteX113" fmla="*/ 3695939 w 10753706"/>
              <a:gd name="connsiteY113" fmla="*/ 943639 h 1027260"/>
              <a:gd name="connsiteX114" fmla="*/ 3694125 w 10753706"/>
              <a:gd name="connsiteY114" fmla="*/ 940567 h 1027260"/>
              <a:gd name="connsiteX115" fmla="*/ 3681925 w 10753706"/>
              <a:gd name="connsiteY115" fmla="*/ 939706 h 1027260"/>
              <a:gd name="connsiteX116" fmla="*/ 3679204 w 10753706"/>
              <a:gd name="connsiteY116" fmla="*/ 938926 h 1027260"/>
              <a:gd name="connsiteX117" fmla="*/ 3615656 w 10753706"/>
              <a:gd name="connsiteY117" fmla="*/ 940320 h 1027260"/>
              <a:gd name="connsiteX118" fmla="*/ 3567983 w 10753706"/>
              <a:gd name="connsiteY118" fmla="*/ 935596 h 1027260"/>
              <a:gd name="connsiteX119" fmla="*/ 3422423 w 10753706"/>
              <a:gd name="connsiteY119" fmla="*/ 932129 h 1027260"/>
              <a:gd name="connsiteX120" fmla="*/ 3310925 w 10753706"/>
              <a:gd name="connsiteY120" fmla="*/ 911072 h 1027260"/>
              <a:gd name="connsiteX121" fmla="*/ 3139421 w 10753706"/>
              <a:gd name="connsiteY121" fmla="*/ 934151 h 1027260"/>
              <a:gd name="connsiteX122" fmla="*/ 2996922 w 10753706"/>
              <a:gd name="connsiteY122" fmla="*/ 927537 h 1027260"/>
              <a:gd name="connsiteX123" fmla="*/ 2982785 w 10753706"/>
              <a:gd name="connsiteY123" fmla="*/ 931453 h 1027260"/>
              <a:gd name="connsiteX124" fmla="*/ 2967478 w 10753706"/>
              <a:gd name="connsiteY124" fmla="*/ 933397 h 1027260"/>
              <a:gd name="connsiteX125" fmla="*/ 2948552 w 10753706"/>
              <a:gd name="connsiteY125" fmla="*/ 932961 h 1027260"/>
              <a:gd name="connsiteX126" fmla="*/ 2944404 w 10753706"/>
              <a:gd name="connsiteY126" fmla="*/ 934452 h 1027260"/>
              <a:gd name="connsiteX127" fmla="*/ 2908608 w 10753706"/>
              <a:gd name="connsiteY127" fmla="*/ 937205 h 1027260"/>
              <a:gd name="connsiteX128" fmla="*/ 2904443 w 10753706"/>
              <a:gd name="connsiteY128" fmla="*/ 936455 h 1027260"/>
              <a:gd name="connsiteX129" fmla="*/ 2868935 w 10753706"/>
              <a:gd name="connsiteY129" fmla="*/ 938022 h 1027260"/>
              <a:gd name="connsiteX130" fmla="*/ 2868586 w 10753706"/>
              <a:gd name="connsiteY130" fmla="*/ 937487 h 1027260"/>
              <a:gd name="connsiteX131" fmla="*/ 2859191 w 10753706"/>
              <a:gd name="connsiteY131" fmla="*/ 935503 h 1027260"/>
              <a:gd name="connsiteX132" fmla="*/ 2840915 w 10753706"/>
              <a:gd name="connsiteY132" fmla="*/ 932977 h 1027260"/>
              <a:gd name="connsiteX133" fmla="*/ 2763509 w 10753706"/>
              <a:gd name="connsiteY133" fmla="*/ 921850 h 1027260"/>
              <a:gd name="connsiteX134" fmla="*/ 2756121 w 10753706"/>
              <a:gd name="connsiteY134" fmla="*/ 921864 h 1027260"/>
              <a:gd name="connsiteX135" fmla="*/ 2755998 w 10753706"/>
              <a:gd name="connsiteY135" fmla="*/ 921739 h 1027260"/>
              <a:gd name="connsiteX136" fmla="*/ 2748255 w 10753706"/>
              <a:gd name="connsiteY136" fmla="*/ 921505 h 1027260"/>
              <a:gd name="connsiteX137" fmla="*/ 2694601 w 10753706"/>
              <a:gd name="connsiteY137" fmla="*/ 915575 h 1027260"/>
              <a:gd name="connsiteX138" fmla="*/ 2635357 w 10753706"/>
              <a:gd name="connsiteY138" fmla="*/ 910976 h 1027260"/>
              <a:gd name="connsiteX139" fmla="*/ 2601047 w 10753706"/>
              <a:gd name="connsiteY139" fmla="*/ 910263 h 1027260"/>
              <a:gd name="connsiteX140" fmla="*/ 2507482 w 10753706"/>
              <a:gd name="connsiteY140" fmla="*/ 906211 h 1027260"/>
              <a:gd name="connsiteX141" fmla="*/ 2413884 w 10753706"/>
              <a:gd name="connsiteY141" fmla="*/ 900545 h 1027260"/>
              <a:gd name="connsiteX142" fmla="*/ 2368912 w 10753706"/>
              <a:gd name="connsiteY142" fmla="*/ 888755 h 1027260"/>
              <a:gd name="connsiteX143" fmla="*/ 2349490 w 10753706"/>
              <a:gd name="connsiteY143" fmla="*/ 889719 h 1027260"/>
              <a:gd name="connsiteX144" fmla="*/ 2344290 w 10753706"/>
              <a:gd name="connsiteY144" fmla="*/ 890584 h 1027260"/>
              <a:gd name="connsiteX145" fmla="*/ 2336488 w 10753706"/>
              <a:gd name="connsiteY145" fmla="*/ 891058 h 1027260"/>
              <a:gd name="connsiteX146" fmla="*/ 2329015 w 10753706"/>
              <a:gd name="connsiteY146" fmla="*/ 891627 h 1027260"/>
              <a:gd name="connsiteX147" fmla="*/ 2293898 w 10753706"/>
              <a:gd name="connsiteY147" fmla="*/ 896431 h 1027260"/>
              <a:gd name="connsiteX148" fmla="*/ 2243927 w 10753706"/>
              <a:gd name="connsiteY148" fmla="*/ 888076 h 1027260"/>
              <a:gd name="connsiteX149" fmla="*/ 2223920 w 10753706"/>
              <a:gd name="connsiteY149" fmla="*/ 887331 h 1027260"/>
              <a:gd name="connsiteX150" fmla="*/ 2213081 w 10753706"/>
              <a:gd name="connsiteY150" fmla="*/ 886302 h 1027260"/>
              <a:gd name="connsiteX151" fmla="*/ 2212307 w 10753706"/>
              <a:gd name="connsiteY151" fmla="*/ 885829 h 1027260"/>
              <a:gd name="connsiteX152" fmla="*/ 2152321 w 10753706"/>
              <a:gd name="connsiteY152" fmla="*/ 894418 h 1027260"/>
              <a:gd name="connsiteX153" fmla="*/ 2140985 w 10753706"/>
              <a:gd name="connsiteY153" fmla="*/ 895968 h 1027260"/>
              <a:gd name="connsiteX154" fmla="*/ 2121210 w 10753706"/>
              <a:gd name="connsiteY154" fmla="*/ 899354 h 1027260"/>
              <a:gd name="connsiteX155" fmla="*/ 2119146 w 10753706"/>
              <a:gd name="connsiteY155" fmla="*/ 899033 h 1027260"/>
              <a:gd name="connsiteX156" fmla="*/ 2105666 w 10753706"/>
              <a:gd name="connsiteY156" fmla="*/ 902240 h 1027260"/>
              <a:gd name="connsiteX157" fmla="*/ 2094924 w 10753706"/>
              <a:gd name="connsiteY157" fmla="*/ 907203 h 1027260"/>
              <a:gd name="connsiteX158" fmla="*/ 1949478 w 10753706"/>
              <a:gd name="connsiteY158" fmla="*/ 913748 h 1027260"/>
              <a:gd name="connsiteX159" fmla="*/ 1749684 w 10753706"/>
              <a:gd name="connsiteY159" fmla="*/ 942223 h 1027260"/>
              <a:gd name="connsiteX160" fmla="*/ 1585576 w 10753706"/>
              <a:gd name="connsiteY160" fmla="*/ 954170 h 1027260"/>
              <a:gd name="connsiteX161" fmla="*/ 1476250 w 10753706"/>
              <a:gd name="connsiteY161" fmla="*/ 950653 h 1027260"/>
              <a:gd name="connsiteX162" fmla="*/ 1433927 w 10753706"/>
              <a:gd name="connsiteY162" fmla="*/ 959926 h 1027260"/>
              <a:gd name="connsiteX163" fmla="*/ 1414893 w 10753706"/>
              <a:gd name="connsiteY163" fmla="*/ 957671 h 1027260"/>
              <a:gd name="connsiteX164" fmla="*/ 1411585 w 10753706"/>
              <a:gd name="connsiteY164" fmla="*/ 957179 h 1027260"/>
              <a:gd name="connsiteX165" fmla="*/ 1398896 w 10753706"/>
              <a:gd name="connsiteY165" fmla="*/ 957460 h 1027260"/>
              <a:gd name="connsiteX166" fmla="*/ 1394632 w 10753706"/>
              <a:gd name="connsiteY166" fmla="*/ 954725 h 1027260"/>
              <a:gd name="connsiteX167" fmla="*/ 1375043 w 10753706"/>
              <a:gd name="connsiteY167" fmla="*/ 953132 h 1027260"/>
              <a:gd name="connsiteX168" fmla="*/ 1351876 w 10753706"/>
              <a:gd name="connsiteY168" fmla="*/ 954436 h 1027260"/>
              <a:gd name="connsiteX169" fmla="*/ 1242676 w 10753706"/>
              <a:gd name="connsiteY169" fmla="*/ 963767 h 1027260"/>
              <a:gd name="connsiteX170" fmla="*/ 1205993 w 10753706"/>
              <a:gd name="connsiteY170" fmla="*/ 974080 h 1027260"/>
              <a:gd name="connsiteX171" fmla="*/ 1052221 w 10753706"/>
              <a:gd name="connsiteY171" fmla="*/ 963954 h 1027260"/>
              <a:gd name="connsiteX172" fmla="*/ 968270 w 10753706"/>
              <a:gd name="connsiteY172" fmla="*/ 964761 h 1027260"/>
              <a:gd name="connsiteX173" fmla="*/ 874493 w 10753706"/>
              <a:gd name="connsiteY173" fmla="*/ 998122 h 1027260"/>
              <a:gd name="connsiteX174" fmla="*/ 814411 w 10753706"/>
              <a:gd name="connsiteY174" fmla="*/ 1007391 h 1027260"/>
              <a:gd name="connsiteX175" fmla="*/ 688604 w 10753706"/>
              <a:gd name="connsiteY175" fmla="*/ 1015631 h 1027260"/>
              <a:gd name="connsiteX176" fmla="*/ 618171 w 10753706"/>
              <a:gd name="connsiteY176" fmla="*/ 1027260 h 1027260"/>
              <a:gd name="connsiteX177" fmla="*/ 570379 w 10753706"/>
              <a:gd name="connsiteY177" fmla="*/ 1023487 h 1027260"/>
              <a:gd name="connsiteX178" fmla="*/ 482519 w 10753706"/>
              <a:gd name="connsiteY178" fmla="*/ 1002108 h 1027260"/>
              <a:gd name="connsiteX179" fmla="*/ 475319 w 10753706"/>
              <a:gd name="connsiteY179" fmla="*/ 1009922 h 1027260"/>
              <a:gd name="connsiteX180" fmla="*/ 431104 w 10753706"/>
              <a:gd name="connsiteY180" fmla="*/ 1009317 h 1027260"/>
              <a:gd name="connsiteX181" fmla="*/ 363782 w 10753706"/>
              <a:gd name="connsiteY181" fmla="*/ 1007585 h 1027260"/>
              <a:gd name="connsiteX182" fmla="*/ 325533 w 10753706"/>
              <a:gd name="connsiteY182" fmla="*/ 1008502 h 1027260"/>
              <a:gd name="connsiteX183" fmla="*/ 220429 w 10753706"/>
              <a:gd name="connsiteY183" fmla="*/ 1008927 h 1027260"/>
              <a:gd name="connsiteX184" fmla="*/ 114676 w 10753706"/>
              <a:gd name="connsiteY184" fmla="*/ 1007765 h 1027260"/>
              <a:gd name="connsiteX185" fmla="*/ 13470 w 10753706"/>
              <a:gd name="connsiteY185" fmla="*/ 998544 h 1027260"/>
              <a:gd name="connsiteX186" fmla="*/ 0 w 10753706"/>
              <a:gd name="connsiteY186" fmla="*/ 997355 h 1027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Lst>
            <a:rect l="l" t="t" r="r" b="b"/>
            <a:pathLst>
              <a:path w="10753706" h="1027260">
                <a:moveTo>
                  <a:pt x="0" y="0"/>
                </a:moveTo>
                <a:lnTo>
                  <a:pt x="10753706" y="0"/>
                </a:lnTo>
                <a:lnTo>
                  <a:pt x="10748809" y="2522"/>
                </a:lnTo>
                <a:cubicBezTo>
                  <a:pt x="10744031" y="4644"/>
                  <a:pt x="10737551" y="7204"/>
                  <a:pt x="10725330" y="11977"/>
                </a:cubicBezTo>
                <a:cubicBezTo>
                  <a:pt x="10700888" y="21523"/>
                  <a:pt x="10652058" y="39304"/>
                  <a:pt x="10615423" y="52967"/>
                </a:cubicBezTo>
                <a:cubicBezTo>
                  <a:pt x="10598524" y="49017"/>
                  <a:pt x="10550674" y="61360"/>
                  <a:pt x="10533936" y="53095"/>
                </a:cubicBezTo>
                <a:cubicBezTo>
                  <a:pt x="10519435" y="55674"/>
                  <a:pt x="10480156" y="49393"/>
                  <a:pt x="10466876" y="45180"/>
                </a:cubicBezTo>
                <a:cubicBezTo>
                  <a:pt x="10443145" y="68059"/>
                  <a:pt x="10382269" y="71294"/>
                  <a:pt x="10355090" y="89741"/>
                </a:cubicBezTo>
                <a:cubicBezTo>
                  <a:pt x="10286222" y="95376"/>
                  <a:pt x="10146285" y="63529"/>
                  <a:pt x="10087145" y="66115"/>
                </a:cubicBezTo>
                <a:cubicBezTo>
                  <a:pt x="10067575" y="79584"/>
                  <a:pt x="10043111" y="68921"/>
                  <a:pt x="10015902" y="76178"/>
                </a:cubicBezTo>
                <a:cubicBezTo>
                  <a:pt x="9952302" y="84628"/>
                  <a:pt x="9893286" y="103337"/>
                  <a:pt x="9806005" y="102435"/>
                </a:cubicBezTo>
                <a:cubicBezTo>
                  <a:pt x="9782247" y="141133"/>
                  <a:pt x="9674787" y="151643"/>
                  <a:pt x="9602583" y="179170"/>
                </a:cubicBezTo>
                <a:cubicBezTo>
                  <a:pt x="9557658" y="187584"/>
                  <a:pt x="9478290" y="154235"/>
                  <a:pt x="9469719" y="174721"/>
                </a:cubicBezTo>
                <a:cubicBezTo>
                  <a:pt x="9443779" y="165070"/>
                  <a:pt x="9431317" y="185692"/>
                  <a:pt x="9408692" y="189513"/>
                </a:cubicBezTo>
                <a:cubicBezTo>
                  <a:pt x="9387154" y="183843"/>
                  <a:pt x="9380475" y="191089"/>
                  <a:pt x="9364151" y="194072"/>
                </a:cubicBezTo>
                <a:cubicBezTo>
                  <a:pt x="9354686" y="190222"/>
                  <a:pt x="9340485" y="191782"/>
                  <a:pt x="9337751" y="197579"/>
                </a:cubicBezTo>
                <a:cubicBezTo>
                  <a:pt x="9349566" y="209270"/>
                  <a:pt x="9297468" y="207714"/>
                  <a:pt x="9297166" y="216558"/>
                </a:cubicBezTo>
                <a:cubicBezTo>
                  <a:pt x="9269057" y="220999"/>
                  <a:pt x="9139630" y="221783"/>
                  <a:pt x="9123859" y="237356"/>
                </a:cubicBezTo>
                <a:cubicBezTo>
                  <a:pt x="9068176" y="249209"/>
                  <a:pt x="8975349" y="235349"/>
                  <a:pt x="8950741" y="238020"/>
                </a:cubicBezTo>
                <a:cubicBezTo>
                  <a:pt x="8916265" y="215428"/>
                  <a:pt x="8822808" y="292026"/>
                  <a:pt x="8718236" y="303148"/>
                </a:cubicBezTo>
                <a:cubicBezTo>
                  <a:pt x="8703111" y="302060"/>
                  <a:pt x="8695551" y="302792"/>
                  <a:pt x="8694011" y="308812"/>
                </a:cubicBezTo>
                <a:cubicBezTo>
                  <a:pt x="8661810" y="312764"/>
                  <a:pt x="8637956" y="329628"/>
                  <a:pt x="8611976" y="324819"/>
                </a:cubicBezTo>
                <a:cubicBezTo>
                  <a:pt x="8621849" y="336388"/>
                  <a:pt x="8562809" y="325917"/>
                  <a:pt x="8562074" y="337971"/>
                </a:cubicBezTo>
                <a:cubicBezTo>
                  <a:pt x="8543699" y="343978"/>
                  <a:pt x="8511321" y="356396"/>
                  <a:pt x="8501724" y="360865"/>
                </a:cubicBezTo>
                <a:lnTo>
                  <a:pt x="8504489" y="364790"/>
                </a:lnTo>
                <a:lnTo>
                  <a:pt x="8492774" y="366181"/>
                </a:lnTo>
                <a:lnTo>
                  <a:pt x="8466405" y="368724"/>
                </a:lnTo>
                <a:cubicBezTo>
                  <a:pt x="8455454" y="372229"/>
                  <a:pt x="8440175" y="385805"/>
                  <a:pt x="8427069" y="387211"/>
                </a:cubicBezTo>
                <a:cubicBezTo>
                  <a:pt x="8400442" y="392215"/>
                  <a:pt x="8397079" y="382989"/>
                  <a:pt x="8387766" y="377161"/>
                </a:cubicBezTo>
                <a:cubicBezTo>
                  <a:pt x="8369233" y="378548"/>
                  <a:pt x="8334756" y="390869"/>
                  <a:pt x="8315874" y="395527"/>
                </a:cubicBezTo>
                <a:cubicBezTo>
                  <a:pt x="8306664" y="400500"/>
                  <a:pt x="8272845" y="393679"/>
                  <a:pt x="8274474" y="405112"/>
                </a:cubicBezTo>
                <a:cubicBezTo>
                  <a:pt x="8255483" y="406194"/>
                  <a:pt x="8244963" y="408376"/>
                  <a:pt x="8234664" y="410219"/>
                </a:cubicBezTo>
                <a:lnTo>
                  <a:pt x="8211268" y="416791"/>
                </a:lnTo>
                <a:cubicBezTo>
                  <a:pt x="8204720" y="419941"/>
                  <a:pt x="8197411" y="422004"/>
                  <a:pt x="8188615" y="421755"/>
                </a:cubicBezTo>
                <a:lnTo>
                  <a:pt x="8179981" y="420402"/>
                </a:lnTo>
                <a:lnTo>
                  <a:pt x="8179307" y="422516"/>
                </a:lnTo>
                <a:cubicBezTo>
                  <a:pt x="8179027" y="425797"/>
                  <a:pt x="8175790" y="448341"/>
                  <a:pt x="8147929" y="450302"/>
                </a:cubicBezTo>
                <a:cubicBezTo>
                  <a:pt x="8130300" y="457967"/>
                  <a:pt x="8114933" y="461015"/>
                  <a:pt x="8089136" y="465283"/>
                </a:cubicBezTo>
                <a:cubicBezTo>
                  <a:pt x="8072810" y="465920"/>
                  <a:pt x="8069376" y="451569"/>
                  <a:pt x="8049973" y="454121"/>
                </a:cubicBezTo>
                <a:cubicBezTo>
                  <a:pt x="7974508" y="471465"/>
                  <a:pt x="8006050" y="447139"/>
                  <a:pt x="7965913" y="464415"/>
                </a:cubicBezTo>
                <a:cubicBezTo>
                  <a:pt x="7958234" y="466025"/>
                  <a:pt x="7951405" y="465800"/>
                  <a:pt x="7945093" y="464798"/>
                </a:cubicBezTo>
                <a:lnTo>
                  <a:pt x="7935335" y="462442"/>
                </a:lnTo>
                <a:lnTo>
                  <a:pt x="7904779" y="471429"/>
                </a:lnTo>
                <a:cubicBezTo>
                  <a:pt x="7889387" y="474999"/>
                  <a:pt x="7872867" y="477951"/>
                  <a:pt x="7855604" y="480199"/>
                </a:cubicBezTo>
                <a:cubicBezTo>
                  <a:pt x="7850005" y="476378"/>
                  <a:pt x="7838628" y="483595"/>
                  <a:pt x="7832630" y="485371"/>
                </a:cubicBezTo>
                <a:cubicBezTo>
                  <a:pt x="7831473" y="482645"/>
                  <a:pt x="7816623" y="482661"/>
                  <a:pt x="7812438" y="485391"/>
                </a:cubicBezTo>
                <a:cubicBezTo>
                  <a:pt x="7709470" y="505049"/>
                  <a:pt x="7759426" y="473956"/>
                  <a:pt x="7701399" y="495197"/>
                </a:cubicBezTo>
                <a:cubicBezTo>
                  <a:pt x="7690986" y="496989"/>
                  <a:pt x="7682397" y="496365"/>
                  <a:pt x="7674778" y="494723"/>
                </a:cubicBezTo>
                <a:lnTo>
                  <a:pt x="7660445" y="490194"/>
                </a:lnTo>
                <a:lnTo>
                  <a:pt x="7651781" y="493084"/>
                </a:lnTo>
                <a:cubicBezTo>
                  <a:pt x="7616113" y="496548"/>
                  <a:pt x="7603273" y="491735"/>
                  <a:pt x="7584807" y="499490"/>
                </a:cubicBezTo>
                <a:cubicBezTo>
                  <a:pt x="7549256" y="490212"/>
                  <a:pt x="7563949" y="500167"/>
                  <a:pt x="7541324" y="504184"/>
                </a:cubicBezTo>
                <a:cubicBezTo>
                  <a:pt x="7523851" y="508307"/>
                  <a:pt x="7559546" y="509825"/>
                  <a:pt x="7541756" y="512184"/>
                </a:cubicBezTo>
                <a:cubicBezTo>
                  <a:pt x="7520963" y="510864"/>
                  <a:pt x="7525755" y="520497"/>
                  <a:pt x="7503906" y="518551"/>
                </a:cubicBezTo>
                <a:cubicBezTo>
                  <a:pt x="7505924" y="510774"/>
                  <a:pt x="7464361" y="523683"/>
                  <a:pt x="7460411" y="517415"/>
                </a:cubicBezTo>
                <a:lnTo>
                  <a:pt x="7460116" y="517548"/>
                </a:lnTo>
                <a:cubicBezTo>
                  <a:pt x="7447785" y="530928"/>
                  <a:pt x="7310141" y="550568"/>
                  <a:pt x="7297810" y="563947"/>
                </a:cubicBezTo>
                <a:cubicBezTo>
                  <a:pt x="7221791" y="605698"/>
                  <a:pt x="7039072" y="646008"/>
                  <a:pt x="6946388" y="665244"/>
                </a:cubicBezTo>
                <a:cubicBezTo>
                  <a:pt x="6853704" y="684480"/>
                  <a:pt x="6804875" y="677485"/>
                  <a:pt x="6741704" y="679365"/>
                </a:cubicBezTo>
                <a:lnTo>
                  <a:pt x="6624680" y="677674"/>
                </a:lnTo>
                <a:lnTo>
                  <a:pt x="6605700" y="683566"/>
                </a:lnTo>
                <a:cubicBezTo>
                  <a:pt x="6603309" y="685184"/>
                  <a:pt x="6599550" y="685647"/>
                  <a:pt x="6576922" y="683030"/>
                </a:cubicBezTo>
                <a:cubicBezTo>
                  <a:pt x="6527275" y="698355"/>
                  <a:pt x="6440981" y="702347"/>
                  <a:pt x="6405123" y="721946"/>
                </a:cubicBezTo>
                <a:cubicBezTo>
                  <a:pt x="6407963" y="715467"/>
                  <a:pt x="6383450" y="712913"/>
                  <a:pt x="6368938" y="717341"/>
                </a:cubicBezTo>
                <a:cubicBezTo>
                  <a:pt x="6377914" y="692119"/>
                  <a:pt x="6315316" y="744281"/>
                  <a:pt x="6295102" y="729508"/>
                </a:cubicBezTo>
                <a:cubicBezTo>
                  <a:pt x="6300358" y="744473"/>
                  <a:pt x="6240070" y="776254"/>
                  <a:pt x="6202084" y="767091"/>
                </a:cubicBezTo>
                <a:cubicBezTo>
                  <a:pt x="6152826" y="774744"/>
                  <a:pt x="6122010" y="790367"/>
                  <a:pt x="6067157" y="790339"/>
                </a:cubicBezTo>
                <a:cubicBezTo>
                  <a:pt x="6066310" y="792484"/>
                  <a:pt x="6064283" y="794403"/>
                  <a:pt x="6061443" y="796151"/>
                </a:cubicBezTo>
                <a:lnTo>
                  <a:pt x="6051406" y="800684"/>
                </a:lnTo>
                <a:lnTo>
                  <a:pt x="6049097" y="800636"/>
                </a:lnTo>
                <a:cubicBezTo>
                  <a:pt x="6040408" y="801393"/>
                  <a:pt x="6036299" y="802645"/>
                  <a:pt x="6034222" y="804110"/>
                </a:cubicBezTo>
                <a:lnTo>
                  <a:pt x="6033121" y="806078"/>
                </a:lnTo>
                <a:lnTo>
                  <a:pt x="6023593" y="808842"/>
                </a:lnTo>
                <a:lnTo>
                  <a:pt x="6006639" y="815304"/>
                </a:lnTo>
                <a:lnTo>
                  <a:pt x="6001762" y="815557"/>
                </a:lnTo>
                <a:lnTo>
                  <a:pt x="5973534" y="823815"/>
                </a:lnTo>
                <a:lnTo>
                  <a:pt x="5972336" y="823476"/>
                </a:lnTo>
                <a:cubicBezTo>
                  <a:pt x="5969004" y="822901"/>
                  <a:pt x="5965329" y="822833"/>
                  <a:pt x="5960841" y="823819"/>
                </a:cubicBezTo>
                <a:cubicBezTo>
                  <a:pt x="5955860" y="815655"/>
                  <a:pt x="5953515" y="821882"/>
                  <a:pt x="5940719" y="825514"/>
                </a:cubicBezTo>
                <a:cubicBezTo>
                  <a:pt x="5930130" y="813644"/>
                  <a:pt x="5900943" y="827979"/>
                  <a:pt x="5884298" y="823806"/>
                </a:cubicBezTo>
                <a:cubicBezTo>
                  <a:pt x="5875133" y="826741"/>
                  <a:pt x="5865250" y="829630"/>
                  <a:pt x="5854779" y="832365"/>
                </a:cubicBezTo>
                <a:lnTo>
                  <a:pt x="5848382" y="833844"/>
                </a:lnTo>
                <a:lnTo>
                  <a:pt x="5848066" y="833772"/>
                </a:lnTo>
                <a:cubicBezTo>
                  <a:pt x="5846273" y="833879"/>
                  <a:pt x="5844018" y="834284"/>
                  <a:pt x="5840944" y="835132"/>
                </a:cubicBezTo>
                <a:lnTo>
                  <a:pt x="5836719" y="836539"/>
                </a:lnTo>
                <a:lnTo>
                  <a:pt x="5824311" y="839408"/>
                </a:lnTo>
                <a:lnTo>
                  <a:pt x="5818788" y="839727"/>
                </a:lnTo>
                <a:cubicBezTo>
                  <a:pt x="5797008" y="838594"/>
                  <a:pt x="5786883" y="822081"/>
                  <a:pt x="5763953" y="834282"/>
                </a:cubicBezTo>
                <a:cubicBezTo>
                  <a:pt x="5726813" y="837521"/>
                  <a:pt x="5699446" y="830949"/>
                  <a:pt x="5667748" y="840211"/>
                </a:cubicBezTo>
                <a:cubicBezTo>
                  <a:pt x="5632959" y="843205"/>
                  <a:pt x="5601436" y="842280"/>
                  <a:pt x="5573108" y="847611"/>
                </a:cubicBezTo>
                <a:cubicBezTo>
                  <a:pt x="5560030" y="845832"/>
                  <a:pt x="5549547" y="851598"/>
                  <a:pt x="5539137" y="851033"/>
                </a:cubicBezTo>
                <a:cubicBezTo>
                  <a:pt x="5528728" y="850467"/>
                  <a:pt x="5529256" y="837509"/>
                  <a:pt x="5510651" y="844215"/>
                </a:cubicBezTo>
                <a:cubicBezTo>
                  <a:pt x="5494241" y="833607"/>
                  <a:pt x="5466101" y="839171"/>
                  <a:pt x="5457331" y="839159"/>
                </a:cubicBezTo>
                <a:lnTo>
                  <a:pt x="5410613" y="834358"/>
                </a:lnTo>
                <a:lnTo>
                  <a:pt x="5370040" y="862127"/>
                </a:lnTo>
                <a:cubicBezTo>
                  <a:pt x="5357863" y="856469"/>
                  <a:pt x="5319115" y="868069"/>
                  <a:pt x="5318778" y="855310"/>
                </a:cubicBezTo>
                <a:cubicBezTo>
                  <a:pt x="5303920" y="857760"/>
                  <a:pt x="5296727" y="863736"/>
                  <a:pt x="5298645" y="855171"/>
                </a:cubicBezTo>
                <a:cubicBezTo>
                  <a:pt x="5287819" y="855897"/>
                  <a:pt x="5267444" y="857825"/>
                  <a:pt x="5253828" y="859670"/>
                </a:cubicBezTo>
                <a:lnTo>
                  <a:pt x="5216955" y="866245"/>
                </a:lnTo>
                <a:lnTo>
                  <a:pt x="5214344" y="868102"/>
                </a:lnTo>
                <a:cubicBezTo>
                  <a:pt x="5210778" y="868719"/>
                  <a:pt x="5200859" y="869042"/>
                  <a:pt x="5195561" y="869949"/>
                </a:cubicBezTo>
                <a:lnTo>
                  <a:pt x="5182555" y="873542"/>
                </a:lnTo>
                <a:cubicBezTo>
                  <a:pt x="5178496" y="875023"/>
                  <a:pt x="5175066" y="876746"/>
                  <a:pt x="5172552" y="878801"/>
                </a:cubicBezTo>
                <a:cubicBezTo>
                  <a:pt x="5121406" y="873797"/>
                  <a:pt x="5080096" y="886529"/>
                  <a:pt x="5027993" y="889666"/>
                </a:cubicBezTo>
                <a:cubicBezTo>
                  <a:pt x="4999924" y="877115"/>
                  <a:pt x="4946973" y="919452"/>
                  <a:pt x="4939844" y="934802"/>
                </a:cubicBezTo>
                <a:cubicBezTo>
                  <a:pt x="4895154" y="940701"/>
                  <a:pt x="4844006" y="928240"/>
                  <a:pt x="4792576" y="934820"/>
                </a:cubicBezTo>
                <a:lnTo>
                  <a:pt x="4602423" y="958063"/>
                </a:lnTo>
                <a:cubicBezTo>
                  <a:pt x="4488530" y="967131"/>
                  <a:pt x="4399004" y="969822"/>
                  <a:pt x="4290656" y="969152"/>
                </a:cubicBezTo>
                <a:cubicBezTo>
                  <a:pt x="4182308" y="968482"/>
                  <a:pt x="4046938" y="971167"/>
                  <a:pt x="3952334" y="954043"/>
                </a:cubicBezTo>
                <a:lnTo>
                  <a:pt x="3858560" y="948781"/>
                </a:lnTo>
                <a:lnTo>
                  <a:pt x="3846597" y="948382"/>
                </a:lnTo>
                <a:cubicBezTo>
                  <a:pt x="3807516" y="956616"/>
                  <a:pt x="3767475" y="941640"/>
                  <a:pt x="3736044" y="947759"/>
                </a:cubicBezTo>
                <a:cubicBezTo>
                  <a:pt x="3727323" y="948128"/>
                  <a:pt x="3719828" y="947771"/>
                  <a:pt x="3713136" y="946963"/>
                </a:cubicBezTo>
                <a:lnTo>
                  <a:pt x="3695939" y="943639"/>
                </a:lnTo>
                <a:lnTo>
                  <a:pt x="3694125" y="940567"/>
                </a:lnTo>
                <a:lnTo>
                  <a:pt x="3681925" y="939706"/>
                </a:lnTo>
                <a:lnTo>
                  <a:pt x="3679204" y="938926"/>
                </a:lnTo>
                <a:cubicBezTo>
                  <a:pt x="3668160" y="939028"/>
                  <a:pt x="3634193" y="940875"/>
                  <a:pt x="3615656" y="940320"/>
                </a:cubicBezTo>
                <a:cubicBezTo>
                  <a:pt x="3582626" y="936974"/>
                  <a:pt x="3593904" y="949140"/>
                  <a:pt x="3567983" y="935596"/>
                </a:cubicBezTo>
                <a:cubicBezTo>
                  <a:pt x="3504185" y="939048"/>
                  <a:pt x="3482818" y="922224"/>
                  <a:pt x="3422423" y="932129"/>
                </a:cubicBezTo>
                <a:cubicBezTo>
                  <a:pt x="3369166" y="933413"/>
                  <a:pt x="3329486" y="910108"/>
                  <a:pt x="3310925" y="911072"/>
                </a:cubicBezTo>
                <a:cubicBezTo>
                  <a:pt x="3261363" y="909787"/>
                  <a:pt x="3198415" y="933574"/>
                  <a:pt x="3139421" y="934151"/>
                </a:cubicBezTo>
                <a:cubicBezTo>
                  <a:pt x="3088799" y="931012"/>
                  <a:pt x="3038941" y="938464"/>
                  <a:pt x="2996922" y="927537"/>
                </a:cubicBezTo>
                <a:cubicBezTo>
                  <a:pt x="2992673" y="929234"/>
                  <a:pt x="2987900" y="930498"/>
                  <a:pt x="2982785" y="931453"/>
                </a:cubicBezTo>
                <a:lnTo>
                  <a:pt x="2967478" y="933397"/>
                </a:lnTo>
                <a:lnTo>
                  <a:pt x="2948552" y="932961"/>
                </a:lnTo>
                <a:lnTo>
                  <a:pt x="2944404" y="934452"/>
                </a:lnTo>
                <a:lnTo>
                  <a:pt x="2908608" y="937205"/>
                </a:lnTo>
                <a:lnTo>
                  <a:pt x="2904443" y="936455"/>
                </a:lnTo>
                <a:lnTo>
                  <a:pt x="2868935" y="938022"/>
                </a:lnTo>
                <a:lnTo>
                  <a:pt x="2868586" y="937487"/>
                </a:lnTo>
                <a:cubicBezTo>
                  <a:pt x="2866994" y="936327"/>
                  <a:pt x="2864292" y="935538"/>
                  <a:pt x="2859191" y="935503"/>
                </a:cubicBezTo>
                <a:cubicBezTo>
                  <a:pt x="2869075" y="927418"/>
                  <a:pt x="2856828" y="932364"/>
                  <a:pt x="2840915" y="932977"/>
                </a:cubicBezTo>
                <a:lnTo>
                  <a:pt x="2763509" y="921850"/>
                </a:lnTo>
                <a:lnTo>
                  <a:pt x="2756121" y="921864"/>
                </a:lnTo>
                <a:cubicBezTo>
                  <a:pt x="2756081" y="921822"/>
                  <a:pt x="2756039" y="921781"/>
                  <a:pt x="2755998" y="921739"/>
                </a:cubicBezTo>
                <a:cubicBezTo>
                  <a:pt x="2754445" y="921476"/>
                  <a:pt x="2752036" y="921380"/>
                  <a:pt x="2748255" y="921505"/>
                </a:cubicBezTo>
                <a:lnTo>
                  <a:pt x="2694601" y="915575"/>
                </a:lnTo>
                <a:cubicBezTo>
                  <a:pt x="2671223" y="919874"/>
                  <a:pt x="2666972" y="913376"/>
                  <a:pt x="2635357" y="910976"/>
                </a:cubicBezTo>
                <a:cubicBezTo>
                  <a:pt x="2621906" y="915051"/>
                  <a:pt x="2611315" y="913542"/>
                  <a:pt x="2601047" y="910263"/>
                </a:cubicBezTo>
                <a:cubicBezTo>
                  <a:pt x="2570084" y="912074"/>
                  <a:pt x="2542135" y="907435"/>
                  <a:pt x="2507482" y="906211"/>
                </a:cubicBezTo>
                <a:cubicBezTo>
                  <a:pt x="2469706" y="911437"/>
                  <a:pt x="2450920" y="901812"/>
                  <a:pt x="2413884" y="900545"/>
                </a:cubicBezTo>
                <a:cubicBezTo>
                  <a:pt x="2381338" y="909664"/>
                  <a:pt x="2387753" y="892438"/>
                  <a:pt x="2368912" y="888755"/>
                </a:cubicBezTo>
                <a:lnTo>
                  <a:pt x="2349490" y="889719"/>
                </a:lnTo>
                <a:lnTo>
                  <a:pt x="2344290" y="890584"/>
                </a:lnTo>
                <a:cubicBezTo>
                  <a:pt x="2340673" y="891041"/>
                  <a:pt x="2338228" y="891167"/>
                  <a:pt x="2336488" y="891058"/>
                </a:cubicBezTo>
                <a:lnTo>
                  <a:pt x="2329015" y="891627"/>
                </a:lnTo>
                <a:cubicBezTo>
                  <a:pt x="2316843" y="893039"/>
                  <a:pt x="2305064" y="894669"/>
                  <a:pt x="2293898" y="896431"/>
                </a:cubicBezTo>
                <a:cubicBezTo>
                  <a:pt x="2282637" y="890404"/>
                  <a:pt x="2242346" y="900851"/>
                  <a:pt x="2243927" y="888076"/>
                </a:cubicBezTo>
                <a:cubicBezTo>
                  <a:pt x="2228778" y="890081"/>
                  <a:pt x="2220725" y="895845"/>
                  <a:pt x="2223920" y="887331"/>
                </a:cubicBezTo>
                <a:cubicBezTo>
                  <a:pt x="2218877" y="887756"/>
                  <a:pt x="2215583" y="887254"/>
                  <a:pt x="2213081" y="886302"/>
                </a:cubicBezTo>
                <a:lnTo>
                  <a:pt x="2212307" y="885829"/>
                </a:lnTo>
                <a:lnTo>
                  <a:pt x="2152321" y="894418"/>
                </a:lnTo>
                <a:lnTo>
                  <a:pt x="2140985" y="895968"/>
                </a:lnTo>
                <a:lnTo>
                  <a:pt x="2121210" y="899354"/>
                </a:lnTo>
                <a:lnTo>
                  <a:pt x="2119146" y="899033"/>
                </a:lnTo>
                <a:lnTo>
                  <a:pt x="2105666" y="902240"/>
                </a:lnTo>
                <a:cubicBezTo>
                  <a:pt x="2101407" y="903601"/>
                  <a:pt x="2097735" y="905221"/>
                  <a:pt x="2094924" y="907203"/>
                </a:cubicBezTo>
                <a:cubicBezTo>
                  <a:pt x="2044793" y="900664"/>
                  <a:pt x="2001785" y="912168"/>
                  <a:pt x="1949478" y="913748"/>
                </a:cubicBezTo>
                <a:cubicBezTo>
                  <a:pt x="1891937" y="919585"/>
                  <a:pt x="1810334" y="935486"/>
                  <a:pt x="1749684" y="942223"/>
                </a:cubicBezTo>
                <a:lnTo>
                  <a:pt x="1585576" y="954170"/>
                </a:lnTo>
                <a:cubicBezTo>
                  <a:pt x="1549165" y="943719"/>
                  <a:pt x="1511425" y="950847"/>
                  <a:pt x="1476250" y="950653"/>
                </a:cubicBezTo>
                <a:cubicBezTo>
                  <a:pt x="1488515" y="961596"/>
                  <a:pt x="1432660" y="946795"/>
                  <a:pt x="1433927" y="959926"/>
                </a:cubicBezTo>
                <a:cubicBezTo>
                  <a:pt x="1427485" y="959475"/>
                  <a:pt x="1421205" y="958623"/>
                  <a:pt x="1414893" y="957671"/>
                </a:cubicBezTo>
                <a:lnTo>
                  <a:pt x="1411585" y="957179"/>
                </a:lnTo>
                <a:lnTo>
                  <a:pt x="1398896" y="957460"/>
                </a:lnTo>
                <a:lnTo>
                  <a:pt x="1394632" y="954725"/>
                </a:lnTo>
                <a:lnTo>
                  <a:pt x="1375043" y="953132"/>
                </a:lnTo>
                <a:cubicBezTo>
                  <a:pt x="1367813" y="952970"/>
                  <a:pt x="1360155" y="953305"/>
                  <a:pt x="1351876" y="954436"/>
                </a:cubicBezTo>
                <a:cubicBezTo>
                  <a:pt x="1325912" y="963028"/>
                  <a:pt x="1274459" y="952492"/>
                  <a:pt x="1242676" y="963767"/>
                </a:cubicBezTo>
                <a:cubicBezTo>
                  <a:pt x="1230276" y="966918"/>
                  <a:pt x="1216715" y="977098"/>
                  <a:pt x="1205993" y="974080"/>
                </a:cubicBezTo>
                <a:cubicBezTo>
                  <a:pt x="1174251" y="974112"/>
                  <a:pt x="1086982" y="964420"/>
                  <a:pt x="1052221" y="963954"/>
                </a:cubicBezTo>
                <a:cubicBezTo>
                  <a:pt x="1038515" y="970622"/>
                  <a:pt x="1009522" y="962342"/>
                  <a:pt x="968270" y="964761"/>
                </a:cubicBezTo>
                <a:cubicBezTo>
                  <a:pt x="943437" y="973698"/>
                  <a:pt x="900136" y="991017"/>
                  <a:pt x="874493" y="998122"/>
                </a:cubicBezTo>
                <a:cubicBezTo>
                  <a:pt x="848849" y="1005226"/>
                  <a:pt x="853424" y="1009427"/>
                  <a:pt x="814411" y="1007391"/>
                </a:cubicBezTo>
                <a:cubicBezTo>
                  <a:pt x="765926" y="1022821"/>
                  <a:pt x="732885" y="1009859"/>
                  <a:pt x="688604" y="1015631"/>
                </a:cubicBezTo>
                <a:cubicBezTo>
                  <a:pt x="638045" y="1020877"/>
                  <a:pt x="677999" y="1011556"/>
                  <a:pt x="618171" y="1027260"/>
                </a:cubicBezTo>
                <a:cubicBezTo>
                  <a:pt x="609680" y="1023165"/>
                  <a:pt x="583253" y="1020277"/>
                  <a:pt x="570379" y="1023487"/>
                </a:cubicBezTo>
                <a:cubicBezTo>
                  <a:pt x="543992" y="1022523"/>
                  <a:pt x="505183" y="1001686"/>
                  <a:pt x="482519" y="1002108"/>
                </a:cubicBezTo>
                <a:cubicBezTo>
                  <a:pt x="464011" y="1002285"/>
                  <a:pt x="495211" y="1007995"/>
                  <a:pt x="475319" y="1009922"/>
                </a:cubicBezTo>
                <a:cubicBezTo>
                  <a:pt x="450818" y="1011135"/>
                  <a:pt x="454804" y="1022539"/>
                  <a:pt x="431104" y="1009317"/>
                </a:cubicBezTo>
                <a:cubicBezTo>
                  <a:pt x="406857" y="1014651"/>
                  <a:pt x="399686" y="1008456"/>
                  <a:pt x="363782" y="1007585"/>
                </a:cubicBezTo>
                <a:cubicBezTo>
                  <a:pt x="350440" y="1012231"/>
                  <a:pt x="338145" y="1011245"/>
                  <a:pt x="325533" y="1008502"/>
                </a:cubicBezTo>
                <a:cubicBezTo>
                  <a:pt x="291944" y="1011745"/>
                  <a:pt x="259251" y="1008497"/>
                  <a:pt x="220429" y="1008927"/>
                </a:cubicBezTo>
                <a:cubicBezTo>
                  <a:pt x="180594" y="1015852"/>
                  <a:pt x="156150" y="1007265"/>
                  <a:pt x="114676" y="1007765"/>
                </a:cubicBezTo>
                <a:cubicBezTo>
                  <a:pt x="85718" y="1006195"/>
                  <a:pt x="43316" y="1001491"/>
                  <a:pt x="13470" y="998544"/>
                </a:cubicBezTo>
                <a:lnTo>
                  <a:pt x="0" y="997355"/>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Shape 15">
            <a:extLst>
              <a:ext uri="{FF2B5EF4-FFF2-40B4-BE49-F238E27FC236}">
                <a16:creationId xmlns:a16="http://schemas.microsoft.com/office/drawing/2014/main" id="{048EB4C9-ACAF-4CCA-BA6E-9314431923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85753" y="6027658"/>
            <a:ext cx="7906247" cy="830343"/>
          </a:xfrm>
          <a:custGeom>
            <a:avLst/>
            <a:gdLst>
              <a:gd name="connsiteX0" fmla="*/ 6884912 w 6884912"/>
              <a:gd name="connsiteY0" fmla="*/ 0 h 1161397"/>
              <a:gd name="connsiteX1" fmla="*/ 6884912 w 6884912"/>
              <a:gd name="connsiteY1" fmla="*/ 1161397 h 1161397"/>
              <a:gd name="connsiteX2" fmla="*/ 0 w 6884912"/>
              <a:gd name="connsiteY2" fmla="*/ 1161397 h 1161397"/>
              <a:gd name="connsiteX3" fmla="*/ 27135 w 6884912"/>
              <a:gd name="connsiteY3" fmla="*/ 1147460 h 1161397"/>
              <a:gd name="connsiteX4" fmla="*/ 115388 w 6884912"/>
              <a:gd name="connsiteY4" fmla="*/ 1159043 h 1161397"/>
              <a:gd name="connsiteX5" fmla="*/ 119094 w 6884912"/>
              <a:gd name="connsiteY5" fmla="*/ 1148463 h 1161397"/>
              <a:gd name="connsiteX6" fmla="*/ 171824 w 6884912"/>
              <a:gd name="connsiteY6" fmla="*/ 1133224 h 1161397"/>
              <a:gd name="connsiteX7" fmla="*/ 376455 w 6884912"/>
              <a:gd name="connsiteY7" fmla="*/ 1137381 h 1161397"/>
              <a:gd name="connsiteX8" fmla="*/ 478946 w 6884912"/>
              <a:gd name="connsiteY8" fmla="*/ 1106011 h 1161397"/>
              <a:gd name="connsiteX9" fmla="*/ 512111 w 6884912"/>
              <a:gd name="connsiteY9" fmla="*/ 1085599 h 1161397"/>
              <a:gd name="connsiteX10" fmla="*/ 567875 w 6884912"/>
              <a:gd name="connsiteY10" fmla="*/ 1051976 h 1161397"/>
              <a:gd name="connsiteX11" fmla="*/ 601644 w 6884912"/>
              <a:gd name="connsiteY11" fmla="*/ 1003997 h 1161397"/>
              <a:gd name="connsiteX12" fmla="*/ 651408 w 6884912"/>
              <a:gd name="connsiteY12" fmla="*/ 984938 h 1161397"/>
              <a:gd name="connsiteX13" fmla="*/ 673197 w 6884912"/>
              <a:gd name="connsiteY13" fmla="*/ 1010060 h 1161397"/>
              <a:gd name="connsiteX14" fmla="*/ 723108 w 6884912"/>
              <a:gd name="connsiteY14" fmla="*/ 980081 h 1161397"/>
              <a:gd name="connsiteX15" fmla="*/ 797699 w 6884912"/>
              <a:gd name="connsiteY15" fmla="*/ 931362 h 1161397"/>
              <a:gd name="connsiteX16" fmla="*/ 843359 w 6884912"/>
              <a:gd name="connsiteY16" fmla="*/ 910894 h 1161397"/>
              <a:gd name="connsiteX17" fmla="*/ 965215 w 6884912"/>
              <a:gd name="connsiteY17" fmla="*/ 846701 h 1161397"/>
              <a:gd name="connsiteX18" fmla="*/ 1085080 w 6884912"/>
              <a:gd name="connsiteY18" fmla="*/ 776086 h 1161397"/>
              <a:gd name="connsiteX19" fmla="*/ 1131224 w 6884912"/>
              <a:gd name="connsiteY19" fmla="*/ 706160 h 1161397"/>
              <a:gd name="connsiteX20" fmla="*/ 1138051 w 6884912"/>
              <a:gd name="connsiteY20" fmla="*/ 702034 h 1161397"/>
              <a:gd name="connsiteX21" fmla="*/ 1158800 w 6884912"/>
              <a:gd name="connsiteY21" fmla="*/ 700004 h 1161397"/>
              <a:gd name="connsiteX22" fmla="*/ 1166947 w 6884912"/>
              <a:gd name="connsiteY22" fmla="*/ 700762 h 1161397"/>
              <a:gd name="connsiteX23" fmla="*/ 1178135 w 6884912"/>
              <a:gd name="connsiteY23" fmla="*/ 698631 h 1161397"/>
              <a:gd name="connsiteX24" fmla="*/ 1178301 w 6884912"/>
              <a:gd name="connsiteY24" fmla="*/ 698094 h 1161397"/>
              <a:gd name="connsiteX25" fmla="*/ 1188995 w 6884912"/>
              <a:gd name="connsiteY25" fmla="*/ 697048 h 1161397"/>
              <a:gd name="connsiteX26" fmla="*/ 1242716 w 6884912"/>
              <a:gd name="connsiteY26" fmla="*/ 698052 h 1161397"/>
              <a:gd name="connsiteX27" fmla="*/ 1299977 w 6884912"/>
              <a:gd name="connsiteY27" fmla="*/ 639196 h 1161397"/>
              <a:gd name="connsiteX28" fmla="*/ 1326190 w 6884912"/>
              <a:gd name="connsiteY28" fmla="*/ 625955 h 1161397"/>
              <a:gd name="connsiteX29" fmla="*/ 1339600 w 6884912"/>
              <a:gd name="connsiteY29" fmla="*/ 616295 h 1161397"/>
              <a:gd name="connsiteX30" fmla="*/ 1340054 w 6884912"/>
              <a:gd name="connsiteY30" fmla="*/ 614022 h 1161397"/>
              <a:gd name="connsiteX31" fmla="*/ 1391606 w 6884912"/>
              <a:gd name="connsiteY31" fmla="*/ 615229 h 1161397"/>
              <a:gd name="connsiteX32" fmla="*/ 1397565 w 6884912"/>
              <a:gd name="connsiteY32" fmla="*/ 611490 h 1161397"/>
              <a:gd name="connsiteX33" fmla="*/ 1432302 w 6884912"/>
              <a:gd name="connsiteY33" fmla="*/ 617267 h 1161397"/>
              <a:gd name="connsiteX34" fmla="*/ 1449644 w 6884912"/>
              <a:gd name="connsiteY34" fmla="*/ 617591 h 1161397"/>
              <a:gd name="connsiteX35" fmla="*/ 1455793 w 6884912"/>
              <a:gd name="connsiteY35" fmla="*/ 623174 h 1161397"/>
              <a:gd name="connsiteX36" fmla="*/ 1480758 w 6884912"/>
              <a:gd name="connsiteY36" fmla="*/ 620863 h 1161397"/>
              <a:gd name="connsiteX37" fmla="*/ 1483154 w 6884912"/>
              <a:gd name="connsiteY37" fmla="*/ 618527 h 1161397"/>
              <a:gd name="connsiteX38" fmla="*/ 1505495 w 6884912"/>
              <a:gd name="connsiteY38" fmla="*/ 624325 h 1161397"/>
              <a:gd name="connsiteX39" fmla="*/ 1526340 w 6884912"/>
              <a:gd name="connsiteY39" fmla="*/ 638496 h 1161397"/>
              <a:gd name="connsiteX40" fmla="*/ 1731986 w 6884912"/>
              <a:gd name="connsiteY40" fmla="*/ 589682 h 1161397"/>
              <a:gd name="connsiteX41" fmla="*/ 1927935 w 6884912"/>
              <a:gd name="connsiteY41" fmla="*/ 628540 h 1161397"/>
              <a:gd name="connsiteX42" fmla="*/ 2039075 w 6884912"/>
              <a:gd name="connsiteY42" fmla="*/ 599964 h 1161397"/>
              <a:gd name="connsiteX43" fmla="*/ 2066980 w 6884912"/>
              <a:gd name="connsiteY43" fmla="*/ 550413 h 1161397"/>
              <a:gd name="connsiteX44" fmla="*/ 2352236 w 6884912"/>
              <a:gd name="connsiteY44" fmla="*/ 519602 h 1161397"/>
              <a:gd name="connsiteX45" fmla="*/ 2420791 w 6884912"/>
              <a:gd name="connsiteY45" fmla="*/ 492826 h 1161397"/>
              <a:gd name="connsiteX46" fmla="*/ 2489932 w 6884912"/>
              <a:gd name="connsiteY46" fmla="*/ 507864 h 1161397"/>
              <a:gd name="connsiteX47" fmla="*/ 2512917 w 6884912"/>
              <a:gd name="connsiteY47" fmla="*/ 489127 h 1161397"/>
              <a:gd name="connsiteX48" fmla="*/ 2516783 w 6884912"/>
              <a:gd name="connsiteY48" fmla="*/ 485473 h 1161397"/>
              <a:gd name="connsiteX49" fmla="*/ 2534360 w 6884912"/>
              <a:gd name="connsiteY49" fmla="*/ 480064 h 1161397"/>
              <a:gd name="connsiteX50" fmla="*/ 2536691 w 6884912"/>
              <a:gd name="connsiteY50" fmla="*/ 467018 h 1161397"/>
              <a:gd name="connsiteX51" fmla="*/ 2561265 w 6884912"/>
              <a:gd name="connsiteY51" fmla="*/ 450623 h 1161397"/>
              <a:gd name="connsiteX52" fmla="*/ 2594349 w 6884912"/>
              <a:gd name="connsiteY52" fmla="*/ 443884 h 1161397"/>
              <a:gd name="connsiteX53" fmla="*/ 2754324 w 6884912"/>
              <a:gd name="connsiteY53" fmla="*/ 424766 h 1161397"/>
              <a:gd name="connsiteX54" fmla="*/ 2848470 w 6884912"/>
              <a:gd name="connsiteY54" fmla="*/ 405966 h 1161397"/>
              <a:gd name="connsiteX55" fmla="*/ 2881772 w 6884912"/>
              <a:gd name="connsiteY55" fmla="*/ 387260 h 1161397"/>
              <a:gd name="connsiteX56" fmla="*/ 2929932 w 6884912"/>
              <a:gd name="connsiteY56" fmla="*/ 368912 h 1161397"/>
              <a:gd name="connsiteX57" fmla="*/ 3013020 w 6884912"/>
              <a:gd name="connsiteY57" fmla="*/ 327578 h 1161397"/>
              <a:gd name="connsiteX58" fmla="*/ 3127968 w 6884912"/>
              <a:gd name="connsiteY58" fmla="*/ 287613 h 1161397"/>
              <a:gd name="connsiteX59" fmla="*/ 3222191 w 6884912"/>
              <a:gd name="connsiteY59" fmla="*/ 307887 h 1161397"/>
              <a:gd name="connsiteX60" fmla="*/ 3227953 w 6884912"/>
              <a:gd name="connsiteY60" fmla="*/ 297650 h 1161397"/>
              <a:gd name="connsiteX61" fmla="*/ 3287859 w 6884912"/>
              <a:gd name="connsiteY61" fmla="*/ 287558 h 1161397"/>
              <a:gd name="connsiteX62" fmla="*/ 3510042 w 6884912"/>
              <a:gd name="connsiteY62" fmla="*/ 311820 h 1161397"/>
              <a:gd name="connsiteX63" fmla="*/ 3626773 w 6884912"/>
              <a:gd name="connsiteY63" fmla="*/ 290452 h 1161397"/>
              <a:gd name="connsiteX64" fmla="*/ 3666217 w 6884912"/>
              <a:gd name="connsiteY64" fmla="*/ 273255 h 1161397"/>
              <a:gd name="connsiteX65" fmla="*/ 3732427 w 6884912"/>
              <a:gd name="connsiteY65" fmla="*/ 245039 h 1161397"/>
              <a:gd name="connsiteX66" fmla="*/ 3777022 w 6884912"/>
              <a:gd name="connsiteY66" fmla="*/ 200276 h 1161397"/>
              <a:gd name="connsiteX67" fmla="*/ 3791246 w 6884912"/>
              <a:gd name="connsiteY67" fmla="*/ 189996 h 1161397"/>
              <a:gd name="connsiteX68" fmla="*/ 3819864 w 6884912"/>
              <a:gd name="connsiteY68" fmla="*/ 194605 h 1161397"/>
              <a:gd name="connsiteX69" fmla="*/ 3830398 w 6884912"/>
              <a:gd name="connsiteY69" fmla="*/ 188383 h 1161397"/>
              <a:gd name="connsiteX70" fmla="*/ 3834360 w 6884912"/>
              <a:gd name="connsiteY70" fmla="*/ 188992 h 1161397"/>
              <a:gd name="connsiteX71" fmla="*/ 3843715 w 6884912"/>
              <a:gd name="connsiteY71" fmla="*/ 188752 h 1161397"/>
              <a:gd name="connsiteX72" fmla="*/ 3842609 w 6884912"/>
              <a:gd name="connsiteY72" fmla="*/ 197386 h 1161397"/>
              <a:gd name="connsiteX73" fmla="*/ 3853961 w 6884912"/>
              <a:gd name="connsiteY73" fmla="*/ 213380 h 1161397"/>
              <a:gd name="connsiteX74" fmla="*/ 3907640 w 6884912"/>
              <a:gd name="connsiteY74" fmla="*/ 207568 h 1161397"/>
              <a:gd name="connsiteX75" fmla="*/ 3910449 w 6884912"/>
              <a:gd name="connsiteY75" fmla="*/ 197808 h 1161397"/>
              <a:gd name="connsiteX76" fmla="*/ 3917197 w 6884912"/>
              <a:gd name="connsiteY76" fmla="*/ 196121 h 1161397"/>
              <a:gd name="connsiteX77" fmla="*/ 3922400 w 6884912"/>
              <a:gd name="connsiteY77" fmla="*/ 205056 h 1161397"/>
              <a:gd name="connsiteX78" fmla="*/ 4013061 w 6884912"/>
              <a:gd name="connsiteY78" fmla="*/ 224874 h 1161397"/>
              <a:gd name="connsiteX79" fmla="*/ 4134285 w 6884912"/>
              <a:gd name="connsiteY79" fmla="*/ 235592 h 1161397"/>
              <a:gd name="connsiteX80" fmla="*/ 4220717 w 6884912"/>
              <a:gd name="connsiteY80" fmla="*/ 192946 h 1161397"/>
              <a:gd name="connsiteX81" fmla="*/ 4228802 w 6884912"/>
              <a:gd name="connsiteY81" fmla="*/ 201468 h 1161397"/>
              <a:gd name="connsiteX82" fmla="*/ 4289361 w 6884912"/>
              <a:gd name="connsiteY82" fmla="*/ 196642 h 1161397"/>
              <a:gd name="connsiteX83" fmla="*/ 4498913 w 6884912"/>
              <a:gd name="connsiteY83" fmla="*/ 118915 h 1161397"/>
              <a:gd name="connsiteX84" fmla="*/ 4617330 w 6884912"/>
              <a:gd name="connsiteY84" fmla="*/ 111163 h 1161397"/>
              <a:gd name="connsiteX85" fmla="*/ 4659778 w 6884912"/>
              <a:gd name="connsiteY85" fmla="*/ 118219 h 1161397"/>
              <a:gd name="connsiteX86" fmla="*/ 4730870 w 6884912"/>
              <a:gd name="connsiteY86" fmla="*/ 129432 h 1161397"/>
              <a:gd name="connsiteX87" fmla="*/ 4785037 w 6884912"/>
              <a:gd name="connsiteY87" fmla="*/ 161964 h 1161397"/>
              <a:gd name="connsiteX88" fmla="*/ 4844073 w 6884912"/>
              <a:gd name="connsiteY88" fmla="*/ 161768 h 1161397"/>
              <a:gd name="connsiteX89" fmla="*/ 4856454 w 6884912"/>
              <a:gd name="connsiteY89" fmla="*/ 130488 h 1161397"/>
              <a:gd name="connsiteX90" fmla="*/ 4920038 w 6884912"/>
              <a:gd name="connsiteY90" fmla="*/ 140418 h 1161397"/>
              <a:gd name="connsiteX91" fmla="*/ 5016639 w 6884912"/>
              <a:gd name="connsiteY91" fmla="*/ 158905 h 1161397"/>
              <a:gd name="connsiteX92" fmla="*/ 5072009 w 6884912"/>
              <a:gd name="connsiteY92" fmla="*/ 161502 h 1161397"/>
              <a:gd name="connsiteX93" fmla="*/ 5223626 w 6884912"/>
              <a:gd name="connsiteY93" fmla="*/ 177356 h 1161397"/>
              <a:gd name="connsiteX94" fmla="*/ 5375773 w 6884912"/>
              <a:gd name="connsiteY94" fmla="*/ 199913 h 1161397"/>
              <a:gd name="connsiteX95" fmla="*/ 5467502 w 6884912"/>
              <a:gd name="connsiteY95" fmla="*/ 250963 h 1161397"/>
              <a:gd name="connsiteX96" fmla="*/ 5592395 w 6884912"/>
              <a:gd name="connsiteY96" fmla="*/ 265434 h 1161397"/>
              <a:gd name="connsiteX97" fmla="*/ 5613532 w 6884912"/>
              <a:gd name="connsiteY97" fmla="*/ 273379 h 1161397"/>
              <a:gd name="connsiteX98" fmla="*/ 5642173 w 6884912"/>
              <a:gd name="connsiteY98" fmla="*/ 266904 h 1161397"/>
              <a:gd name="connsiteX99" fmla="*/ 5756910 w 6884912"/>
              <a:gd name="connsiteY99" fmla="*/ 239211 h 1161397"/>
              <a:gd name="connsiteX100" fmla="*/ 5846667 w 6884912"/>
              <a:gd name="connsiteY100" fmla="*/ 201786 h 1161397"/>
              <a:gd name="connsiteX101" fmla="*/ 5960732 w 6884912"/>
              <a:gd name="connsiteY101" fmla="*/ 220708 h 1161397"/>
              <a:gd name="connsiteX102" fmla="*/ 6029542 w 6884912"/>
              <a:gd name="connsiteY102" fmla="*/ 210339 h 1161397"/>
              <a:gd name="connsiteX103" fmla="*/ 6141123 w 6884912"/>
              <a:gd name="connsiteY103" fmla="*/ 159923 h 1161397"/>
              <a:gd name="connsiteX104" fmla="*/ 6290640 w 6884912"/>
              <a:gd name="connsiteY104" fmla="*/ 167441 h 1161397"/>
              <a:gd name="connsiteX105" fmla="*/ 6322806 w 6884912"/>
              <a:gd name="connsiteY105" fmla="*/ 213293 h 1161397"/>
              <a:gd name="connsiteX106" fmla="*/ 6364914 w 6884912"/>
              <a:gd name="connsiteY106" fmla="*/ 240140 h 1161397"/>
              <a:gd name="connsiteX107" fmla="*/ 6380420 w 6884912"/>
              <a:gd name="connsiteY107" fmla="*/ 173195 h 1161397"/>
              <a:gd name="connsiteX108" fmla="*/ 6507891 w 6884912"/>
              <a:gd name="connsiteY108" fmla="*/ 118474 h 1161397"/>
              <a:gd name="connsiteX109" fmla="*/ 6571807 w 6884912"/>
              <a:gd name="connsiteY109" fmla="*/ 98636 h 1161397"/>
              <a:gd name="connsiteX110" fmla="*/ 6671880 w 6884912"/>
              <a:gd name="connsiteY110" fmla="*/ 82931 h 1161397"/>
              <a:gd name="connsiteX111" fmla="*/ 6702266 w 6884912"/>
              <a:gd name="connsiteY111" fmla="*/ 75470 h 1161397"/>
              <a:gd name="connsiteX112" fmla="*/ 6845802 w 6884912"/>
              <a:gd name="connsiteY112" fmla="*/ 24496 h 1161397"/>
              <a:gd name="connsiteX0" fmla="*/ 6884912 w 6884912"/>
              <a:gd name="connsiteY0" fmla="*/ 0 h 1161397"/>
              <a:gd name="connsiteX1" fmla="*/ 6884912 w 6884912"/>
              <a:gd name="connsiteY1" fmla="*/ 1161397 h 1161397"/>
              <a:gd name="connsiteX2" fmla="*/ 0 w 6884912"/>
              <a:gd name="connsiteY2" fmla="*/ 1161397 h 1161397"/>
              <a:gd name="connsiteX3" fmla="*/ 27135 w 6884912"/>
              <a:gd name="connsiteY3" fmla="*/ 1147460 h 1161397"/>
              <a:gd name="connsiteX4" fmla="*/ 115388 w 6884912"/>
              <a:gd name="connsiteY4" fmla="*/ 1159043 h 1161397"/>
              <a:gd name="connsiteX5" fmla="*/ 119094 w 6884912"/>
              <a:gd name="connsiteY5" fmla="*/ 1148463 h 1161397"/>
              <a:gd name="connsiteX6" fmla="*/ 171824 w 6884912"/>
              <a:gd name="connsiteY6" fmla="*/ 1133224 h 1161397"/>
              <a:gd name="connsiteX7" fmla="*/ 376455 w 6884912"/>
              <a:gd name="connsiteY7" fmla="*/ 1137381 h 1161397"/>
              <a:gd name="connsiteX8" fmla="*/ 478946 w 6884912"/>
              <a:gd name="connsiteY8" fmla="*/ 1106011 h 1161397"/>
              <a:gd name="connsiteX9" fmla="*/ 512111 w 6884912"/>
              <a:gd name="connsiteY9" fmla="*/ 1085599 h 1161397"/>
              <a:gd name="connsiteX10" fmla="*/ 567875 w 6884912"/>
              <a:gd name="connsiteY10" fmla="*/ 1051976 h 1161397"/>
              <a:gd name="connsiteX11" fmla="*/ 601644 w 6884912"/>
              <a:gd name="connsiteY11" fmla="*/ 1003997 h 1161397"/>
              <a:gd name="connsiteX12" fmla="*/ 651408 w 6884912"/>
              <a:gd name="connsiteY12" fmla="*/ 984938 h 1161397"/>
              <a:gd name="connsiteX13" fmla="*/ 673197 w 6884912"/>
              <a:gd name="connsiteY13" fmla="*/ 1010060 h 1161397"/>
              <a:gd name="connsiteX14" fmla="*/ 723108 w 6884912"/>
              <a:gd name="connsiteY14" fmla="*/ 980081 h 1161397"/>
              <a:gd name="connsiteX15" fmla="*/ 797699 w 6884912"/>
              <a:gd name="connsiteY15" fmla="*/ 931362 h 1161397"/>
              <a:gd name="connsiteX16" fmla="*/ 843359 w 6884912"/>
              <a:gd name="connsiteY16" fmla="*/ 910894 h 1161397"/>
              <a:gd name="connsiteX17" fmla="*/ 965215 w 6884912"/>
              <a:gd name="connsiteY17" fmla="*/ 846701 h 1161397"/>
              <a:gd name="connsiteX18" fmla="*/ 1085080 w 6884912"/>
              <a:gd name="connsiteY18" fmla="*/ 776086 h 1161397"/>
              <a:gd name="connsiteX19" fmla="*/ 1131224 w 6884912"/>
              <a:gd name="connsiteY19" fmla="*/ 706160 h 1161397"/>
              <a:gd name="connsiteX20" fmla="*/ 1138051 w 6884912"/>
              <a:gd name="connsiteY20" fmla="*/ 702034 h 1161397"/>
              <a:gd name="connsiteX21" fmla="*/ 1158800 w 6884912"/>
              <a:gd name="connsiteY21" fmla="*/ 700004 h 1161397"/>
              <a:gd name="connsiteX22" fmla="*/ 1166947 w 6884912"/>
              <a:gd name="connsiteY22" fmla="*/ 700762 h 1161397"/>
              <a:gd name="connsiteX23" fmla="*/ 1178135 w 6884912"/>
              <a:gd name="connsiteY23" fmla="*/ 698631 h 1161397"/>
              <a:gd name="connsiteX24" fmla="*/ 1178301 w 6884912"/>
              <a:gd name="connsiteY24" fmla="*/ 698094 h 1161397"/>
              <a:gd name="connsiteX25" fmla="*/ 1188995 w 6884912"/>
              <a:gd name="connsiteY25" fmla="*/ 697048 h 1161397"/>
              <a:gd name="connsiteX26" fmla="*/ 1242716 w 6884912"/>
              <a:gd name="connsiteY26" fmla="*/ 698052 h 1161397"/>
              <a:gd name="connsiteX27" fmla="*/ 1299977 w 6884912"/>
              <a:gd name="connsiteY27" fmla="*/ 639196 h 1161397"/>
              <a:gd name="connsiteX28" fmla="*/ 1326190 w 6884912"/>
              <a:gd name="connsiteY28" fmla="*/ 625955 h 1161397"/>
              <a:gd name="connsiteX29" fmla="*/ 1339600 w 6884912"/>
              <a:gd name="connsiteY29" fmla="*/ 616295 h 1161397"/>
              <a:gd name="connsiteX30" fmla="*/ 1340054 w 6884912"/>
              <a:gd name="connsiteY30" fmla="*/ 614022 h 1161397"/>
              <a:gd name="connsiteX31" fmla="*/ 1391606 w 6884912"/>
              <a:gd name="connsiteY31" fmla="*/ 615229 h 1161397"/>
              <a:gd name="connsiteX32" fmla="*/ 1397565 w 6884912"/>
              <a:gd name="connsiteY32" fmla="*/ 611490 h 1161397"/>
              <a:gd name="connsiteX33" fmla="*/ 1432302 w 6884912"/>
              <a:gd name="connsiteY33" fmla="*/ 617267 h 1161397"/>
              <a:gd name="connsiteX34" fmla="*/ 1449644 w 6884912"/>
              <a:gd name="connsiteY34" fmla="*/ 617591 h 1161397"/>
              <a:gd name="connsiteX35" fmla="*/ 1455793 w 6884912"/>
              <a:gd name="connsiteY35" fmla="*/ 623174 h 1161397"/>
              <a:gd name="connsiteX36" fmla="*/ 1480758 w 6884912"/>
              <a:gd name="connsiteY36" fmla="*/ 620863 h 1161397"/>
              <a:gd name="connsiteX37" fmla="*/ 1483154 w 6884912"/>
              <a:gd name="connsiteY37" fmla="*/ 618527 h 1161397"/>
              <a:gd name="connsiteX38" fmla="*/ 1505495 w 6884912"/>
              <a:gd name="connsiteY38" fmla="*/ 624325 h 1161397"/>
              <a:gd name="connsiteX39" fmla="*/ 1526340 w 6884912"/>
              <a:gd name="connsiteY39" fmla="*/ 638496 h 1161397"/>
              <a:gd name="connsiteX40" fmla="*/ 1731986 w 6884912"/>
              <a:gd name="connsiteY40" fmla="*/ 589682 h 1161397"/>
              <a:gd name="connsiteX41" fmla="*/ 1927935 w 6884912"/>
              <a:gd name="connsiteY41" fmla="*/ 628540 h 1161397"/>
              <a:gd name="connsiteX42" fmla="*/ 2039075 w 6884912"/>
              <a:gd name="connsiteY42" fmla="*/ 599964 h 1161397"/>
              <a:gd name="connsiteX43" fmla="*/ 2066980 w 6884912"/>
              <a:gd name="connsiteY43" fmla="*/ 550413 h 1161397"/>
              <a:gd name="connsiteX44" fmla="*/ 2352236 w 6884912"/>
              <a:gd name="connsiteY44" fmla="*/ 519602 h 1161397"/>
              <a:gd name="connsiteX45" fmla="*/ 2420791 w 6884912"/>
              <a:gd name="connsiteY45" fmla="*/ 492826 h 1161397"/>
              <a:gd name="connsiteX46" fmla="*/ 2489932 w 6884912"/>
              <a:gd name="connsiteY46" fmla="*/ 507864 h 1161397"/>
              <a:gd name="connsiteX47" fmla="*/ 2512917 w 6884912"/>
              <a:gd name="connsiteY47" fmla="*/ 489127 h 1161397"/>
              <a:gd name="connsiteX48" fmla="*/ 2516783 w 6884912"/>
              <a:gd name="connsiteY48" fmla="*/ 485473 h 1161397"/>
              <a:gd name="connsiteX49" fmla="*/ 2534360 w 6884912"/>
              <a:gd name="connsiteY49" fmla="*/ 480064 h 1161397"/>
              <a:gd name="connsiteX50" fmla="*/ 2536691 w 6884912"/>
              <a:gd name="connsiteY50" fmla="*/ 467018 h 1161397"/>
              <a:gd name="connsiteX51" fmla="*/ 2561265 w 6884912"/>
              <a:gd name="connsiteY51" fmla="*/ 450623 h 1161397"/>
              <a:gd name="connsiteX52" fmla="*/ 2594349 w 6884912"/>
              <a:gd name="connsiteY52" fmla="*/ 443884 h 1161397"/>
              <a:gd name="connsiteX53" fmla="*/ 2754324 w 6884912"/>
              <a:gd name="connsiteY53" fmla="*/ 424766 h 1161397"/>
              <a:gd name="connsiteX54" fmla="*/ 2848470 w 6884912"/>
              <a:gd name="connsiteY54" fmla="*/ 405966 h 1161397"/>
              <a:gd name="connsiteX55" fmla="*/ 2881772 w 6884912"/>
              <a:gd name="connsiteY55" fmla="*/ 387260 h 1161397"/>
              <a:gd name="connsiteX56" fmla="*/ 2929932 w 6884912"/>
              <a:gd name="connsiteY56" fmla="*/ 368912 h 1161397"/>
              <a:gd name="connsiteX57" fmla="*/ 3013020 w 6884912"/>
              <a:gd name="connsiteY57" fmla="*/ 327578 h 1161397"/>
              <a:gd name="connsiteX58" fmla="*/ 3222191 w 6884912"/>
              <a:gd name="connsiteY58" fmla="*/ 307887 h 1161397"/>
              <a:gd name="connsiteX59" fmla="*/ 3227953 w 6884912"/>
              <a:gd name="connsiteY59" fmla="*/ 297650 h 1161397"/>
              <a:gd name="connsiteX60" fmla="*/ 3287859 w 6884912"/>
              <a:gd name="connsiteY60" fmla="*/ 287558 h 1161397"/>
              <a:gd name="connsiteX61" fmla="*/ 3510042 w 6884912"/>
              <a:gd name="connsiteY61" fmla="*/ 311820 h 1161397"/>
              <a:gd name="connsiteX62" fmla="*/ 3626773 w 6884912"/>
              <a:gd name="connsiteY62" fmla="*/ 290452 h 1161397"/>
              <a:gd name="connsiteX63" fmla="*/ 3666217 w 6884912"/>
              <a:gd name="connsiteY63" fmla="*/ 273255 h 1161397"/>
              <a:gd name="connsiteX64" fmla="*/ 3732427 w 6884912"/>
              <a:gd name="connsiteY64" fmla="*/ 245039 h 1161397"/>
              <a:gd name="connsiteX65" fmla="*/ 3777022 w 6884912"/>
              <a:gd name="connsiteY65" fmla="*/ 200276 h 1161397"/>
              <a:gd name="connsiteX66" fmla="*/ 3791246 w 6884912"/>
              <a:gd name="connsiteY66" fmla="*/ 189996 h 1161397"/>
              <a:gd name="connsiteX67" fmla="*/ 3819864 w 6884912"/>
              <a:gd name="connsiteY67" fmla="*/ 194605 h 1161397"/>
              <a:gd name="connsiteX68" fmla="*/ 3830398 w 6884912"/>
              <a:gd name="connsiteY68" fmla="*/ 188383 h 1161397"/>
              <a:gd name="connsiteX69" fmla="*/ 3834360 w 6884912"/>
              <a:gd name="connsiteY69" fmla="*/ 188992 h 1161397"/>
              <a:gd name="connsiteX70" fmla="*/ 3843715 w 6884912"/>
              <a:gd name="connsiteY70" fmla="*/ 188752 h 1161397"/>
              <a:gd name="connsiteX71" fmla="*/ 3842609 w 6884912"/>
              <a:gd name="connsiteY71" fmla="*/ 197386 h 1161397"/>
              <a:gd name="connsiteX72" fmla="*/ 3853961 w 6884912"/>
              <a:gd name="connsiteY72" fmla="*/ 213380 h 1161397"/>
              <a:gd name="connsiteX73" fmla="*/ 3907640 w 6884912"/>
              <a:gd name="connsiteY73" fmla="*/ 207568 h 1161397"/>
              <a:gd name="connsiteX74" fmla="*/ 3910449 w 6884912"/>
              <a:gd name="connsiteY74" fmla="*/ 197808 h 1161397"/>
              <a:gd name="connsiteX75" fmla="*/ 3917197 w 6884912"/>
              <a:gd name="connsiteY75" fmla="*/ 196121 h 1161397"/>
              <a:gd name="connsiteX76" fmla="*/ 3922400 w 6884912"/>
              <a:gd name="connsiteY76" fmla="*/ 205056 h 1161397"/>
              <a:gd name="connsiteX77" fmla="*/ 4013061 w 6884912"/>
              <a:gd name="connsiteY77" fmla="*/ 224874 h 1161397"/>
              <a:gd name="connsiteX78" fmla="*/ 4134285 w 6884912"/>
              <a:gd name="connsiteY78" fmla="*/ 235592 h 1161397"/>
              <a:gd name="connsiteX79" fmla="*/ 4220717 w 6884912"/>
              <a:gd name="connsiteY79" fmla="*/ 192946 h 1161397"/>
              <a:gd name="connsiteX80" fmla="*/ 4228802 w 6884912"/>
              <a:gd name="connsiteY80" fmla="*/ 201468 h 1161397"/>
              <a:gd name="connsiteX81" fmla="*/ 4289361 w 6884912"/>
              <a:gd name="connsiteY81" fmla="*/ 196642 h 1161397"/>
              <a:gd name="connsiteX82" fmla="*/ 4498913 w 6884912"/>
              <a:gd name="connsiteY82" fmla="*/ 118915 h 1161397"/>
              <a:gd name="connsiteX83" fmla="*/ 4617330 w 6884912"/>
              <a:gd name="connsiteY83" fmla="*/ 111163 h 1161397"/>
              <a:gd name="connsiteX84" fmla="*/ 4659778 w 6884912"/>
              <a:gd name="connsiteY84" fmla="*/ 118219 h 1161397"/>
              <a:gd name="connsiteX85" fmla="*/ 4730870 w 6884912"/>
              <a:gd name="connsiteY85" fmla="*/ 129432 h 1161397"/>
              <a:gd name="connsiteX86" fmla="*/ 4785037 w 6884912"/>
              <a:gd name="connsiteY86" fmla="*/ 161964 h 1161397"/>
              <a:gd name="connsiteX87" fmla="*/ 4844073 w 6884912"/>
              <a:gd name="connsiteY87" fmla="*/ 161768 h 1161397"/>
              <a:gd name="connsiteX88" fmla="*/ 4856454 w 6884912"/>
              <a:gd name="connsiteY88" fmla="*/ 130488 h 1161397"/>
              <a:gd name="connsiteX89" fmla="*/ 4920038 w 6884912"/>
              <a:gd name="connsiteY89" fmla="*/ 140418 h 1161397"/>
              <a:gd name="connsiteX90" fmla="*/ 5016639 w 6884912"/>
              <a:gd name="connsiteY90" fmla="*/ 158905 h 1161397"/>
              <a:gd name="connsiteX91" fmla="*/ 5072009 w 6884912"/>
              <a:gd name="connsiteY91" fmla="*/ 161502 h 1161397"/>
              <a:gd name="connsiteX92" fmla="*/ 5223626 w 6884912"/>
              <a:gd name="connsiteY92" fmla="*/ 177356 h 1161397"/>
              <a:gd name="connsiteX93" fmla="*/ 5375773 w 6884912"/>
              <a:gd name="connsiteY93" fmla="*/ 199913 h 1161397"/>
              <a:gd name="connsiteX94" fmla="*/ 5467502 w 6884912"/>
              <a:gd name="connsiteY94" fmla="*/ 250963 h 1161397"/>
              <a:gd name="connsiteX95" fmla="*/ 5592395 w 6884912"/>
              <a:gd name="connsiteY95" fmla="*/ 265434 h 1161397"/>
              <a:gd name="connsiteX96" fmla="*/ 5613532 w 6884912"/>
              <a:gd name="connsiteY96" fmla="*/ 273379 h 1161397"/>
              <a:gd name="connsiteX97" fmla="*/ 5642173 w 6884912"/>
              <a:gd name="connsiteY97" fmla="*/ 266904 h 1161397"/>
              <a:gd name="connsiteX98" fmla="*/ 5756910 w 6884912"/>
              <a:gd name="connsiteY98" fmla="*/ 239211 h 1161397"/>
              <a:gd name="connsiteX99" fmla="*/ 5846667 w 6884912"/>
              <a:gd name="connsiteY99" fmla="*/ 201786 h 1161397"/>
              <a:gd name="connsiteX100" fmla="*/ 5960732 w 6884912"/>
              <a:gd name="connsiteY100" fmla="*/ 220708 h 1161397"/>
              <a:gd name="connsiteX101" fmla="*/ 6029542 w 6884912"/>
              <a:gd name="connsiteY101" fmla="*/ 210339 h 1161397"/>
              <a:gd name="connsiteX102" fmla="*/ 6141123 w 6884912"/>
              <a:gd name="connsiteY102" fmla="*/ 159923 h 1161397"/>
              <a:gd name="connsiteX103" fmla="*/ 6290640 w 6884912"/>
              <a:gd name="connsiteY103" fmla="*/ 167441 h 1161397"/>
              <a:gd name="connsiteX104" fmla="*/ 6322806 w 6884912"/>
              <a:gd name="connsiteY104" fmla="*/ 213293 h 1161397"/>
              <a:gd name="connsiteX105" fmla="*/ 6364914 w 6884912"/>
              <a:gd name="connsiteY105" fmla="*/ 240140 h 1161397"/>
              <a:gd name="connsiteX106" fmla="*/ 6380420 w 6884912"/>
              <a:gd name="connsiteY106" fmla="*/ 173195 h 1161397"/>
              <a:gd name="connsiteX107" fmla="*/ 6507891 w 6884912"/>
              <a:gd name="connsiteY107" fmla="*/ 118474 h 1161397"/>
              <a:gd name="connsiteX108" fmla="*/ 6571807 w 6884912"/>
              <a:gd name="connsiteY108" fmla="*/ 98636 h 1161397"/>
              <a:gd name="connsiteX109" fmla="*/ 6671880 w 6884912"/>
              <a:gd name="connsiteY109" fmla="*/ 82931 h 1161397"/>
              <a:gd name="connsiteX110" fmla="*/ 6702266 w 6884912"/>
              <a:gd name="connsiteY110" fmla="*/ 75470 h 1161397"/>
              <a:gd name="connsiteX111" fmla="*/ 6845802 w 6884912"/>
              <a:gd name="connsiteY111" fmla="*/ 24496 h 1161397"/>
              <a:gd name="connsiteX112" fmla="*/ 6884912 w 6884912"/>
              <a:gd name="connsiteY112" fmla="*/ 0 h 1161397"/>
              <a:gd name="connsiteX0" fmla="*/ 6884912 w 6884912"/>
              <a:gd name="connsiteY0" fmla="*/ 0 h 1161397"/>
              <a:gd name="connsiteX1" fmla="*/ 6884912 w 6884912"/>
              <a:gd name="connsiteY1" fmla="*/ 1161397 h 1161397"/>
              <a:gd name="connsiteX2" fmla="*/ 0 w 6884912"/>
              <a:gd name="connsiteY2" fmla="*/ 1161397 h 1161397"/>
              <a:gd name="connsiteX3" fmla="*/ 27135 w 6884912"/>
              <a:gd name="connsiteY3" fmla="*/ 1147460 h 1161397"/>
              <a:gd name="connsiteX4" fmla="*/ 115388 w 6884912"/>
              <a:gd name="connsiteY4" fmla="*/ 1159043 h 1161397"/>
              <a:gd name="connsiteX5" fmla="*/ 119094 w 6884912"/>
              <a:gd name="connsiteY5" fmla="*/ 1148463 h 1161397"/>
              <a:gd name="connsiteX6" fmla="*/ 171824 w 6884912"/>
              <a:gd name="connsiteY6" fmla="*/ 1133224 h 1161397"/>
              <a:gd name="connsiteX7" fmla="*/ 376455 w 6884912"/>
              <a:gd name="connsiteY7" fmla="*/ 1137381 h 1161397"/>
              <a:gd name="connsiteX8" fmla="*/ 478946 w 6884912"/>
              <a:gd name="connsiteY8" fmla="*/ 1106011 h 1161397"/>
              <a:gd name="connsiteX9" fmla="*/ 512111 w 6884912"/>
              <a:gd name="connsiteY9" fmla="*/ 1085599 h 1161397"/>
              <a:gd name="connsiteX10" fmla="*/ 567875 w 6884912"/>
              <a:gd name="connsiteY10" fmla="*/ 1051976 h 1161397"/>
              <a:gd name="connsiteX11" fmla="*/ 601644 w 6884912"/>
              <a:gd name="connsiteY11" fmla="*/ 1003997 h 1161397"/>
              <a:gd name="connsiteX12" fmla="*/ 651408 w 6884912"/>
              <a:gd name="connsiteY12" fmla="*/ 984938 h 1161397"/>
              <a:gd name="connsiteX13" fmla="*/ 673197 w 6884912"/>
              <a:gd name="connsiteY13" fmla="*/ 1010060 h 1161397"/>
              <a:gd name="connsiteX14" fmla="*/ 723108 w 6884912"/>
              <a:gd name="connsiteY14" fmla="*/ 980081 h 1161397"/>
              <a:gd name="connsiteX15" fmla="*/ 797699 w 6884912"/>
              <a:gd name="connsiteY15" fmla="*/ 931362 h 1161397"/>
              <a:gd name="connsiteX16" fmla="*/ 843359 w 6884912"/>
              <a:gd name="connsiteY16" fmla="*/ 910894 h 1161397"/>
              <a:gd name="connsiteX17" fmla="*/ 965215 w 6884912"/>
              <a:gd name="connsiteY17" fmla="*/ 846701 h 1161397"/>
              <a:gd name="connsiteX18" fmla="*/ 1085080 w 6884912"/>
              <a:gd name="connsiteY18" fmla="*/ 776086 h 1161397"/>
              <a:gd name="connsiteX19" fmla="*/ 1131224 w 6884912"/>
              <a:gd name="connsiteY19" fmla="*/ 706160 h 1161397"/>
              <a:gd name="connsiteX20" fmla="*/ 1138051 w 6884912"/>
              <a:gd name="connsiteY20" fmla="*/ 702034 h 1161397"/>
              <a:gd name="connsiteX21" fmla="*/ 1158800 w 6884912"/>
              <a:gd name="connsiteY21" fmla="*/ 700004 h 1161397"/>
              <a:gd name="connsiteX22" fmla="*/ 1166947 w 6884912"/>
              <a:gd name="connsiteY22" fmla="*/ 700762 h 1161397"/>
              <a:gd name="connsiteX23" fmla="*/ 1178135 w 6884912"/>
              <a:gd name="connsiteY23" fmla="*/ 698631 h 1161397"/>
              <a:gd name="connsiteX24" fmla="*/ 1178301 w 6884912"/>
              <a:gd name="connsiteY24" fmla="*/ 698094 h 1161397"/>
              <a:gd name="connsiteX25" fmla="*/ 1188995 w 6884912"/>
              <a:gd name="connsiteY25" fmla="*/ 697048 h 1161397"/>
              <a:gd name="connsiteX26" fmla="*/ 1242716 w 6884912"/>
              <a:gd name="connsiteY26" fmla="*/ 698052 h 1161397"/>
              <a:gd name="connsiteX27" fmla="*/ 1299977 w 6884912"/>
              <a:gd name="connsiteY27" fmla="*/ 639196 h 1161397"/>
              <a:gd name="connsiteX28" fmla="*/ 1326190 w 6884912"/>
              <a:gd name="connsiteY28" fmla="*/ 625955 h 1161397"/>
              <a:gd name="connsiteX29" fmla="*/ 1339600 w 6884912"/>
              <a:gd name="connsiteY29" fmla="*/ 616295 h 1161397"/>
              <a:gd name="connsiteX30" fmla="*/ 1340054 w 6884912"/>
              <a:gd name="connsiteY30" fmla="*/ 614022 h 1161397"/>
              <a:gd name="connsiteX31" fmla="*/ 1391606 w 6884912"/>
              <a:gd name="connsiteY31" fmla="*/ 615229 h 1161397"/>
              <a:gd name="connsiteX32" fmla="*/ 1397565 w 6884912"/>
              <a:gd name="connsiteY32" fmla="*/ 611490 h 1161397"/>
              <a:gd name="connsiteX33" fmla="*/ 1432302 w 6884912"/>
              <a:gd name="connsiteY33" fmla="*/ 617267 h 1161397"/>
              <a:gd name="connsiteX34" fmla="*/ 1449644 w 6884912"/>
              <a:gd name="connsiteY34" fmla="*/ 617591 h 1161397"/>
              <a:gd name="connsiteX35" fmla="*/ 1455793 w 6884912"/>
              <a:gd name="connsiteY35" fmla="*/ 623174 h 1161397"/>
              <a:gd name="connsiteX36" fmla="*/ 1480758 w 6884912"/>
              <a:gd name="connsiteY36" fmla="*/ 620863 h 1161397"/>
              <a:gd name="connsiteX37" fmla="*/ 1483154 w 6884912"/>
              <a:gd name="connsiteY37" fmla="*/ 618527 h 1161397"/>
              <a:gd name="connsiteX38" fmla="*/ 1505495 w 6884912"/>
              <a:gd name="connsiteY38" fmla="*/ 624325 h 1161397"/>
              <a:gd name="connsiteX39" fmla="*/ 1526340 w 6884912"/>
              <a:gd name="connsiteY39" fmla="*/ 638496 h 1161397"/>
              <a:gd name="connsiteX40" fmla="*/ 1731986 w 6884912"/>
              <a:gd name="connsiteY40" fmla="*/ 589682 h 1161397"/>
              <a:gd name="connsiteX41" fmla="*/ 1927935 w 6884912"/>
              <a:gd name="connsiteY41" fmla="*/ 628540 h 1161397"/>
              <a:gd name="connsiteX42" fmla="*/ 2039075 w 6884912"/>
              <a:gd name="connsiteY42" fmla="*/ 599964 h 1161397"/>
              <a:gd name="connsiteX43" fmla="*/ 2066980 w 6884912"/>
              <a:gd name="connsiteY43" fmla="*/ 550413 h 1161397"/>
              <a:gd name="connsiteX44" fmla="*/ 2352236 w 6884912"/>
              <a:gd name="connsiteY44" fmla="*/ 519602 h 1161397"/>
              <a:gd name="connsiteX45" fmla="*/ 2420791 w 6884912"/>
              <a:gd name="connsiteY45" fmla="*/ 492826 h 1161397"/>
              <a:gd name="connsiteX46" fmla="*/ 2489932 w 6884912"/>
              <a:gd name="connsiteY46" fmla="*/ 507864 h 1161397"/>
              <a:gd name="connsiteX47" fmla="*/ 2512917 w 6884912"/>
              <a:gd name="connsiteY47" fmla="*/ 489127 h 1161397"/>
              <a:gd name="connsiteX48" fmla="*/ 2516783 w 6884912"/>
              <a:gd name="connsiteY48" fmla="*/ 485473 h 1161397"/>
              <a:gd name="connsiteX49" fmla="*/ 2534360 w 6884912"/>
              <a:gd name="connsiteY49" fmla="*/ 480064 h 1161397"/>
              <a:gd name="connsiteX50" fmla="*/ 2536691 w 6884912"/>
              <a:gd name="connsiteY50" fmla="*/ 467018 h 1161397"/>
              <a:gd name="connsiteX51" fmla="*/ 2561265 w 6884912"/>
              <a:gd name="connsiteY51" fmla="*/ 450623 h 1161397"/>
              <a:gd name="connsiteX52" fmla="*/ 2594349 w 6884912"/>
              <a:gd name="connsiteY52" fmla="*/ 443884 h 1161397"/>
              <a:gd name="connsiteX53" fmla="*/ 2754324 w 6884912"/>
              <a:gd name="connsiteY53" fmla="*/ 424766 h 1161397"/>
              <a:gd name="connsiteX54" fmla="*/ 2848470 w 6884912"/>
              <a:gd name="connsiteY54" fmla="*/ 405966 h 1161397"/>
              <a:gd name="connsiteX55" fmla="*/ 2881772 w 6884912"/>
              <a:gd name="connsiteY55" fmla="*/ 387260 h 1161397"/>
              <a:gd name="connsiteX56" fmla="*/ 2929932 w 6884912"/>
              <a:gd name="connsiteY56" fmla="*/ 368912 h 1161397"/>
              <a:gd name="connsiteX57" fmla="*/ 3013020 w 6884912"/>
              <a:gd name="connsiteY57" fmla="*/ 327578 h 1161397"/>
              <a:gd name="connsiteX58" fmla="*/ 3222191 w 6884912"/>
              <a:gd name="connsiteY58" fmla="*/ 307887 h 1161397"/>
              <a:gd name="connsiteX59" fmla="*/ 3227953 w 6884912"/>
              <a:gd name="connsiteY59" fmla="*/ 297650 h 1161397"/>
              <a:gd name="connsiteX60" fmla="*/ 3287859 w 6884912"/>
              <a:gd name="connsiteY60" fmla="*/ 287558 h 1161397"/>
              <a:gd name="connsiteX61" fmla="*/ 3510042 w 6884912"/>
              <a:gd name="connsiteY61" fmla="*/ 311820 h 1161397"/>
              <a:gd name="connsiteX62" fmla="*/ 3626773 w 6884912"/>
              <a:gd name="connsiteY62" fmla="*/ 290452 h 1161397"/>
              <a:gd name="connsiteX63" fmla="*/ 3666217 w 6884912"/>
              <a:gd name="connsiteY63" fmla="*/ 273255 h 1161397"/>
              <a:gd name="connsiteX64" fmla="*/ 3732427 w 6884912"/>
              <a:gd name="connsiteY64" fmla="*/ 245039 h 1161397"/>
              <a:gd name="connsiteX65" fmla="*/ 3777022 w 6884912"/>
              <a:gd name="connsiteY65" fmla="*/ 200276 h 1161397"/>
              <a:gd name="connsiteX66" fmla="*/ 3791246 w 6884912"/>
              <a:gd name="connsiteY66" fmla="*/ 189996 h 1161397"/>
              <a:gd name="connsiteX67" fmla="*/ 3819864 w 6884912"/>
              <a:gd name="connsiteY67" fmla="*/ 194605 h 1161397"/>
              <a:gd name="connsiteX68" fmla="*/ 3830398 w 6884912"/>
              <a:gd name="connsiteY68" fmla="*/ 188383 h 1161397"/>
              <a:gd name="connsiteX69" fmla="*/ 3834360 w 6884912"/>
              <a:gd name="connsiteY69" fmla="*/ 188992 h 1161397"/>
              <a:gd name="connsiteX70" fmla="*/ 3843715 w 6884912"/>
              <a:gd name="connsiteY70" fmla="*/ 188752 h 1161397"/>
              <a:gd name="connsiteX71" fmla="*/ 3842609 w 6884912"/>
              <a:gd name="connsiteY71" fmla="*/ 197386 h 1161397"/>
              <a:gd name="connsiteX72" fmla="*/ 3853961 w 6884912"/>
              <a:gd name="connsiteY72" fmla="*/ 213380 h 1161397"/>
              <a:gd name="connsiteX73" fmla="*/ 3907640 w 6884912"/>
              <a:gd name="connsiteY73" fmla="*/ 207568 h 1161397"/>
              <a:gd name="connsiteX74" fmla="*/ 3910449 w 6884912"/>
              <a:gd name="connsiteY74" fmla="*/ 197808 h 1161397"/>
              <a:gd name="connsiteX75" fmla="*/ 3917197 w 6884912"/>
              <a:gd name="connsiteY75" fmla="*/ 196121 h 1161397"/>
              <a:gd name="connsiteX76" fmla="*/ 3922400 w 6884912"/>
              <a:gd name="connsiteY76" fmla="*/ 205056 h 1161397"/>
              <a:gd name="connsiteX77" fmla="*/ 4013061 w 6884912"/>
              <a:gd name="connsiteY77" fmla="*/ 224874 h 1161397"/>
              <a:gd name="connsiteX78" fmla="*/ 4220717 w 6884912"/>
              <a:gd name="connsiteY78" fmla="*/ 192946 h 1161397"/>
              <a:gd name="connsiteX79" fmla="*/ 4228802 w 6884912"/>
              <a:gd name="connsiteY79" fmla="*/ 201468 h 1161397"/>
              <a:gd name="connsiteX80" fmla="*/ 4289361 w 6884912"/>
              <a:gd name="connsiteY80" fmla="*/ 196642 h 1161397"/>
              <a:gd name="connsiteX81" fmla="*/ 4498913 w 6884912"/>
              <a:gd name="connsiteY81" fmla="*/ 118915 h 1161397"/>
              <a:gd name="connsiteX82" fmla="*/ 4617330 w 6884912"/>
              <a:gd name="connsiteY82" fmla="*/ 111163 h 1161397"/>
              <a:gd name="connsiteX83" fmla="*/ 4659778 w 6884912"/>
              <a:gd name="connsiteY83" fmla="*/ 118219 h 1161397"/>
              <a:gd name="connsiteX84" fmla="*/ 4730870 w 6884912"/>
              <a:gd name="connsiteY84" fmla="*/ 129432 h 1161397"/>
              <a:gd name="connsiteX85" fmla="*/ 4785037 w 6884912"/>
              <a:gd name="connsiteY85" fmla="*/ 161964 h 1161397"/>
              <a:gd name="connsiteX86" fmla="*/ 4844073 w 6884912"/>
              <a:gd name="connsiteY86" fmla="*/ 161768 h 1161397"/>
              <a:gd name="connsiteX87" fmla="*/ 4856454 w 6884912"/>
              <a:gd name="connsiteY87" fmla="*/ 130488 h 1161397"/>
              <a:gd name="connsiteX88" fmla="*/ 4920038 w 6884912"/>
              <a:gd name="connsiteY88" fmla="*/ 140418 h 1161397"/>
              <a:gd name="connsiteX89" fmla="*/ 5016639 w 6884912"/>
              <a:gd name="connsiteY89" fmla="*/ 158905 h 1161397"/>
              <a:gd name="connsiteX90" fmla="*/ 5072009 w 6884912"/>
              <a:gd name="connsiteY90" fmla="*/ 161502 h 1161397"/>
              <a:gd name="connsiteX91" fmla="*/ 5223626 w 6884912"/>
              <a:gd name="connsiteY91" fmla="*/ 177356 h 1161397"/>
              <a:gd name="connsiteX92" fmla="*/ 5375773 w 6884912"/>
              <a:gd name="connsiteY92" fmla="*/ 199913 h 1161397"/>
              <a:gd name="connsiteX93" fmla="*/ 5467502 w 6884912"/>
              <a:gd name="connsiteY93" fmla="*/ 250963 h 1161397"/>
              <a:gd name="connsiteX94" fmla="*/ 5592395 w 6884912"/>
              <a:gd name="connsiteY94" fmla="*/ 265434 h 1161397"/>
              <a:gd name="connsiteX95" fmla="*/ 5613532 w 6884912"/>
              <a:gd name="connsiteY95" fmla="*/ 273379 h 1161397"/>
              <a:gd name="connsiteX96" fmla="*/ 5642173 w 6884912"/>
              <a:gd name="connsiteY96" fmla="*/ 266904 h 1161397"/>
              <a:gd name="connsiteX97" fmla="*/ 5756910 w 6884912"/>
              <a:gd name="connsiteY97" fmla="*/ 239211 h 1161397"/>
              <a:gd name="connsiteX98" fmla="*/ 5846667 w 6884912"/>
              <a:gd name="connsiteY98" fmla="*/ 201786 h 1161397"/>
              <a:gd name="connsiteX99" fmla="*/ 5960732 w 6884912"/>
              <a:gd name="connsiteY99" fmla="*/ 220708 h 1161397"/>
              <a:gd name="connsiteX100" fmla="*/ 6029542 w 6884912"/>
              <a:gd name="connsiteY100" fmla="*/ 210339 h 1161397"/>
              <a:gd name="connsiteX101" fmla="*/ 6141123 w 6884912"/>
              <a:gd name="connsiteY101" fmla="*/ 159923 h 1161397"/>
              <a:gd name="connsiteX102" fmla="*/ 6290640 w 6884912"/>
              <a:gd name="connsiteY102" fmla="*/ 167441 h 1161397"/>
              <a:gd name="connsiteX103" fmla="*/ 6322806 w 6884912"/>
              <a:gd name="connsiteY103" fmla="*/ 213293 h 1161397"/>
              <a:gd name="connsiteX104" fmla="*/ 6364914 w 6884912"/>
              <a:gd name="connsiteY104" fmla="*/ 240140 h 1161397"/>
              <a:gd name="connsiteX105" fmla="*/ 6380420 w 6884912"/>
              <a:gd name="connsiteY105" fmla="*/ 173195 h 1161397"/>
              <a:gd name="connsiteX106" fmla="*/ 6507891 w 6884912"/>
              <a:gd name="connsiteY106" fmla="*/ 118474 h 1161397"/>
              <a:gd name="connsiteX107" fmla="*/ 6571807 w 6884912"/>
              <a:gd name="connsiteY107" fmla="*/ 98636 h 1161397"/>
              <a:gd name="connsiteX108" fmla="*/ 6671880 w 6884912"/>
              <a:gd name="connsiteY108" fmla="*/ 82931 h 1161397"/>
              <a:gd name="connsiteX109" fmla="*/ 6702266 w 6884912"/>
              <a:gd name="connsiteY109" fmla="*/ 75470 h 1161397"/>
              <a:gd name="connsiteX110" fmla="*/ 6845802 w 6884912"/>
              <a:gd name="connsiteY110" fmla="*/ 24496 h 1161397"/>
              <a:gd name="connsiteX111" fmla="*/ 6884912 w 6884912"/>
              <a:gd name="connsiteY111" fmla="*/ 0 h 1161397"/>
              <a:gd name="connsiteX0" fmla="*/ 6884912 w 6884912"/>
              <a:gd name="connsiteY0" fmla="*/ 0 h 1161397"/>
              <a:gd name="connsiteX1" fmla="*/ 6884912 w 6884912"/>
              <a:gd name="connsiteY1" fmla="*/ 1161397 h 1161397"/>
              <a:gd name="connsiteX2" fmla="*/ 0 w 6884912"/>
              <a:gd name="connsiteY2" fmla="*/ 1161397 h 1161397"/>
              <a:gd name="connsiteX3" fmla="*/ 27135 w 6884912"/>
              <a:gd name="connsiteY3" fmla="*/ 1147460 h 1161397"/>
              <a:gd name="connsiteX4" fmla="*/ 115388 w 6884912"/>
              <a:gd name="connsiteY4" fmla="*/ 1159043 h 1161397"/>
              <a:gd name="connsiteX5" fmla="*/ 119094 w 6884912"/>
              <a:gd name="connsiteY5" fmla="*/ 1148463 h 1161397"/>
              <a:gd name="connsiteX6" fmla="*/ 171824 w 6884912"/>
              <a:gd name="connsiteY6" fmla="*/ 1133224 h 1161397"/>
              <a:gd name="connsiteX7" fmla="*/ 376455 w 6884912"/>
              <a:gd name="connsiteY7" fmla="*/ 1137381 h 1161397"/>
              <a:gd name="connsiteX8" fmla="*/ 478946 w 6884912"/>
              <a:gd name="connsiteY8" fmla="*/ 1106011 h 1161397"/>
              <a:gd name="connsiteX9" fmla="*/ 512111 w 6884912"/>
              <a:gd name="connsiteY9" fmla="*/ 1085599 h 1161397"/>
              <a:gd name="connsiteX10" fmla="*/ 567875 w 6884912"/>
              <a:gd name="connsiteY10" fmla="*/ 1051976 h 1161397"/>
              <a:gd name="connsiteX11" fmla="*/ 601644 w 6884912"/>
              <a:gd name="connsiteY11" fmla="*/ 1003997 h 1161397"/>
              <a:gd name="connsiteX12" fmla="*/ 651408 w 6884912"/>
              <a:gd name="connsiteY12" fmla="*/ 984938 h 1161397"/>
              <a:gd name="connsiteX13" fmla="*/ 673197 w 6884912"/>
              <a:gd name="connsiteY13" fmla="*/ 1010060 h 1161397"/>
              <a:gd name="connsiteX14" fmla="*/ 723108 w 6884912"/>
              <a:gd name="connsiteY14" fmla="*/ 980081 h 1161397"/>
              <a:gd name="connsiteX15" fmla="*/ 797699 w 6884912"/>
              <a:gd name="connsiteY15" fmla="*/ 931362 h 1161397"/>
              <a:gd name="connsiteX16" fmla="*/ 843359 w 6884912"/>
              <a:gd name="connsiteY16" fmla="*/ 910894 h 1161397"/>
              <a:gd name="connsiteX17" fmla="*/ 965215 w 6884912"/>
              <a:gd name="connsiteY17" fmla="*/ 846701 h 1161397"/>
              <a:gd name="connsiteX18" fmla="*/ 1085080 w 6884912"/>
              <a:gd name="connsiteY18" fmla="*/ 776086 h 1161397"/>
              <a:gd name="connsiteX19" fmla="*/ 1131224 w 6884912"/>
              <a:gd name="connsiteY19" fmla="*/ 706160 h 1161397"/>
              <a:gd name="connsiteX20" fmla="*/ 1138051 w 6884912"/>
              <a:gd name="connsiteY20" fmla="*/ 702034 h 1161397"/>
              <a:gd name="connsiteX21" fmla="*/ 1158800 w 6884912"/>
              <a:gd name="connsiteY21" fmla="*/ 700004 h 1161397"/>
              <a:gd name="connsiteX22" fmla="*/ 1166947 w 6884912"/>
              <a:gd name="connsiteY22" fmla="*/ 700762 h 1161397"/>
              <a:gd name="connsiteX23" fmla="*/ 1178135 w 6884912"/>
              <a:gd name="connsiteY23" fmla="*/ 698631 h 1161397"/>
              <a:gd name="connsiteX24" fmla="*/ 1178301 w 6884912"/>
              <a:gd name="connsiteY24" fmla="*/ 698094 h 1161397"/>
              <a:gd name="connsiteX25" fmla="*/ 1188995 w 6884912"/>
              <a:gd name="connsiteY25" fmla="*/ 697048 h 1161397"/>
              <a:gd name="connsiteX26" fmla="*/ 1242716 w 6884912"/>
              <a:gd name="connsiteY26" fmla="*/ 698052 h 1161397"/>
              <a:gd name="connsiteX27" fmla="*/ 1299977 w 6884912"/>
              <a:gd name="connsiteY27" fmla="*/ 639196 h 1161397"/>
              <a:gd name="connsiteX28" fmla="*/ 1326190 w 6884912"/>
              <a:gd name="connsiteY28" fmla="*/ 625955 h 1161397"/>
              <a:gd name="connsiteX29" fmla="*/ 1339600 w 6884912"/>
              <a:gd name="connsiteY29" fmla="*/ 616295 h 1161397"/>
              <a:gd name="connsiteX30" fmla="*/ 1340054 w 6884912"/>
              <a:gd name="connsiteY30" fmla="*/ 614022 h 1161397"/>
              <a:gd name="connsiteX31" fmla="*/ 1391606 w 6884912"/>
              <a:gd name="connsiteY31" fmla="*/ 615229 h 1161397"/>
              <a:gd name="connsiteX32" fmla="*/ 1397565 w 6884912"/>
              <a:gd name="connsiteY32" fmla="*/ 611490 h 1161397"/>
              <a:gd name="connsiteX33" fmla="*/ 1432302 w 6884912"/>
              <a:gd name="connsiteY33" fmla="*/ 617267 h 1161397"/>
              <a:gd name="connsiteX34" fmla="*/ 1449644 w 6884912"/>
              <a:gd name="connsiteY34" fmla="*/ 617591 h 1161397"/>
              <a:gd name="connsiteX35" fmla="*/ 1455793 w 6884912"/>
              <a:gd name="connsiteY35" fmla="*/ 623174 h 1161397"/>
              <a:gd name="connsiteX36" fmla="*/ 1480758 w 6884912"/>
              <a:gd name="connsiteY36" fmla="*/ 620863 h 1161397"/>
              <a:gd name="connsiteX37" fmla="*/ 1483154 w 6884912"/>
              <a:gd name="connsiteY37" fmla="*/ 618527 h 1161397"/>
              <a:gd name="connsiteX38" fmla="*/ 1505495 w 6884912"/>
              <a:gd name="connsiteY38" fmla="*/ 624325 h 1161397"/>
              <a:gd name="connsiteX39" fmla="*/ 1526340 w 6884912"/>
              <a:gd name="connsiteY39" fmla="*/ 638496 h 1161397"/>
              <a:gd name="connsiteX40" fmla="*/ 1731986 w 6884912"/>
              <a:gd name="connsiteY40" fmla="*/ 589682 h 1161397"/>
              <a:gd name="connsiteX41" fmla="*/ 1927935 w 6884912"/>
              <a:gd name="connsiteY41" fmla="*/ 628540 h 1161397"/>
              <a:gd name="connsiteX42" fmla="*/ 2039075 w 6884912"/>
              <a:gd name="connsiteY42" fmla="*/ 599964 h 1161397"/>
              <a:gd name="connsiteX43" fmla="*/ 2066980 w 6884912"/>
              <a:gd name="connsiteY43" fmla="*/ 550413 h 1161397"/>
              <a:gd name="connsiteX44" fmla="*/ 2352236 w 6884912"/>
              <a:gd name="connsiteY44" fmla="*/ 519602 h 1161397"/>
              <a:gd name="connsiteX45" fmla="*/ 2420791 w 6884912"/>
              <a:gd name="connsiteY45" fmla="*/ 492826 h 1161397"/>
              <a:gd name="connsiteX46" fmla="*/ 2489932 w 6884912"/>
              <a:gd name="connsiteY46" fmla="*/ 507864 h 1161397"/>
              <a:gd name="connsiteX47" fmla="*/ 2512917 w 6884912"/>
              <a:gd name="connsiteY47" fmla="*/ 489127 h 1161397"/>
              <a:gd name="connsiteX48" fmla="*/ 2516783 w 6884912"/>
              <a:gd name="connsiteY48" fmla="*/ 485473 h 1161397"/>
              <a:gd name="connsiteX49" fmla="*/ 2534360 w 6884912"/>
              <a:gd name="connsiteY49" fmla="*/ 480064 h 1161397"/>
              <a:gd name="connsiteX50" fmla="*/ 2536691 w 6884912"/>
              <a:gd name="connsiteY50" fmla="*/ 467018 h 1161397"/>
              <a:gd name="connsiteX51" fmla="*/ 2561265 w 6884912"/>
              <a:gd name="connsiteY51" fmla="*/ 450623 h 1161397"/>
              <a:gd name="connsiteX52" fmla="*/ 2594349 w 6884912"/>
              <a:gd name="connsiteY52" fmla="*/ 443884 h 1161397"/>
              <a:gd name="connsiteX53" fmla="*/ 2754324 w 6884912"/>
              <a:gd name="connsiteY53" fmla="*/ 424766 h 1161397"/>
              <a:gd name="connsiteX54" fmla="*/ 2848470 w 6884912"/>
              <a:gd name="connsiteY54" fmla="*/ 405966 h 1161397"/>
              <a:gd name="connsiteX55" fmla="*/ 2881772 w 6884912"/>
              <a:gd name="connsiteY55" fmla="*/ 387260 h 1161397"/>
              <a:gd name="connsiteX56" fmla="*/ 2929932 w 6884912"/>
              <a:gd name="connsiteY56" fmla="*/ 368912 h 1161397"/>
              <a:gd name="connsiteX57" fmla="*/ 3013020 w 6884912"/>
              <a:gd name="connsiteY57" fmla="*/ 327578 h 1161397"/>
              <a:gd name="connsiteX58" fmla="*/ 3222191 w 6884912"/>
              <a:gd name="connsiteY58" fmla="*/ 307887 h 1161397"/>
              <a:gd name="connsiteX59" fmla="*/ 3227953 w 6884912"/>
              <a:gd name="connsiteY59" fmla="*/ 297650 h 1161397"/>
              <a:gd name="connsiteX60" fmla="*/ 3287859 w 6884912"/>
              <a:gd name="connsiteY60" fmla="*/ 287558 h 1161397"/>
              <a:gd name="connsiteX61" fmla="*/ 3510042 w 6884912"/>
              <a:gd name="connsiteY61" fmla="*/ 311820 h 1161397"/>
              <a:gd name="connsiteX62" fmla="*/ 3626773 w 6884912"/>
              <a:gd name="connsiteY62" fmla="*/ 290452 h 1161397"/>
              <a:gd name="connsiteX63" fmla="*/ 3666217 w 6884912"/>
              <a:gd name="connsiteY63" fmla="*/ 273255 h 1161397"/>
              <a:gd name="connsiteX64" fmla="*/ 3732427 w 6884912"/>
              <a:gd name="connsiteY64" fmla="*/ 245039 h 1161397"/>
              <a:gd name="connsiteX65" fmla="*/ 3777022 w 6884912"/>
              <a:gd name="connsiteY65" fmla="*/ 200276 h 1161397"/>
              <a:gd name="connsiteX66" fmla="*/ 3791246 w 6884912"/>
              <a:gd name="connsiteY66" fmla="*/ 189996 h 1161397"/>
              <a:gd name="connsiteX67" fmla="*/ 3819864 w 6884912"/>
              <a:gd name="connsiteY67" fmla="*/ 194605 h 1161397"/>
              <a:gd name="connsiteX68" fmla="*/ 3830398 w 6884912"/>
              <a:gd name="connsiteY68" fmla="*/ 188383 h 1161397"/>
              <a:gd name="connsiteX69" fmla="*/ 3834360 w 6884912"/>
              <a:gd name="connsiteY69" fmla="*/ 188992 h 1161397"/>
              <a:gd name="connsiteX70" fmla="*/ 3843715 w 6884912"/>
              <a:gd name="connsiteY70" fmla="*/ 188752 h 1161397"/>
              <a:gd name="connsiteX71" fmla="*/ 3842609 w 6884912"/>
              <a:gd name="connsiteY71" fmla="*/ 197386 h 1161397"/>
              <a:gd name="connsiteX72" fmla="*/ 3853961 w 6884912"/>
              <a:gd name="connsiteY72" fmla="*/ 213380 h 1161397"/>
              <a:gd name="connsiteX73" fmla="*/ 3907640 w 6884912"/>
              <a:gd name="connsiteY73" fmla="*/ 207568 h 1161397"/>
              <a:gd name="connsiteX74" fmla="*/ 3910449 w 6884912"/>
              <a:gd name="connsiteY74" fmla="*/ 197808 h 1161397"/>
              <a:gd name="connsiteX75" fmla="*/ 3917197 w 6884912"/>
              <a:gd name="connsiteY75" fmla="*/ 196121 h 1161397"/>
              <a:gd name="connsiteX76" fmla="*/ 3922400 w 6884912"/>
              <a:gd name="connsiteY76" fmla="*/ 205056 h 1161397"/>
              <a:gd name="connsiteX77" fmla="*/ 4013061 w 6884912"/>
              <a:gd name="connsiteY77" fmla="*/ 224874 h 1161397"/>
              <a:gd name="connsiteX78" fmla="*/ 4220717 w 6884912"/>
              <a:gd name="connsiteY78" fmla="*/ 192946 h 1161397"/>
              <a:gd name="connsiteX79" fmla="*/ 4228802 w 6884912"/>
              <a:gd name="connsiteY79" fmla="*/ 201468 h 1161397"/>
              <a:gd name="connsiteX80" fmla="*/ 4289361 w 6884912"/>
              <a:gd name="connsiteY80" fmla="*/ 196642 h 1161397"/>
              <a:gd name="connsiteX81" fmla="*/ 4498913 w 6884912"/>
              <a:gd name="connsiteY81" fmla="*/ 118915 h 1161397"/>
              <a:gd name="connsiteX82" fmla="*/ 4617330 w 6884912"/>
              <a:gd name="connsiteY82" fmla="*/ 111163 h 1161397"/>
              <a:gd name="connsiteX83" fmla="*/ 4659778 w 6884912"/>
              <a:gd name="connsiteY83" fmla="*/ 118219 h 1161397"/>
              <a:gd name="connsiteX84" fmla="*/ 4730870 w 6884912"/>
              <a:gd name="connsiteY84" fmla="*/ 129432 h 1161397"/>
              <a:gd name="connsiteX85" fmla="*/ 4785037 w 6884912"/>
              <a:gd name="connsiteY85" fmla="*/ 161964 h 1161397"/>
              <a:gd name="connsiteX86" fmla="*/ 4844073 w 6884912"/>
              <a:gd name="connsiteY86" fmla="*/ 161768 h 1161397"/>
              <a:gd name="connsiteX87" fmla="*/ 4856454 w 6884912"/>
              <a:gd name="connsiteY87" fmla="*/ 130488 h 1161397"/>
              <a:gd name="connsiteX88" fmla="*/ 4920038 w 6884912"/>
              <a:gd name="connsiteY88" fmla="*/ 140418 h 1161397"/>
              <a:gd name="connsiteX89" fmla="*/ 5016639 w 6884912"/>
              <a:gd name="connsiteY89" fmla="*/ 158905 h 1161397"/>
              <a:gd name="connsiteX90" fmla="*/ 5072009 w 6884912"/>
              <a:gd name="connsiteY90" fmla="*/ 161502 h 1161397"/>
              <a:gd name="connsiteX91" fmla="*/ 5223626 w 6884912"/>
              <a:gd name="connsiteY91" fmla="*/ 177356 h 1161397"/>
              <a:gd name="connsiteX92" fmla="*/ 5375773 w 6884912"/>
              <a:gd name="connsiteY92" fmla="*/ 199913 h 1161397"/>
              <a:gd name="connsiteX93" fmla="*/ 5467502 w 6884912"/>
              <a:gd name="connsiteY93" fmla="*/ 250963 h 1161397"/>
              <a:gd name="connsiteX94" fmla="*/ 5592395 w 6884912"/>
              <a:gd name="connsiteY94" fmla="*/ 265434 h 1161397"/>
              <a:gd name="connsiteX95" fmla="*/ 5613532 w 6884912"/>
              <a:gd name="connsiteY95" fmla="*/ 273379 h 1161397"/>
              <a:gd name="connsiteX96" fmla="*/ 5642173 w 6884912"/>
              <a:gd name="connsiteY96" fmla="*/ 266904 h 1161397"/>
              <a:gd name="connsiteX97" fmla="*/ 5756910 w 6884912"/>
              <a:gd name="connsiteY97" fmla="*/ 239211 h 1161397"/>
              <a:gd name="connsiteX98" fmla="*/ 5846667 w 6884912"/>
              <a:gd name="connsiteY98" fmla="*/ 201786 h 1161397"/>
              <a:gd name="connsiteX99" fmla="*/ 5960732 w 6884912"/>
              <a:gd name="connsiteY99" fmla="*/ 220708 h 1161397"/>
              <a:gd name="connsiteX100" fmla="*/ 6029542 w 6884912"/>
              <a:gd name="connsiteY100" fmla="*/ 210339 h 1161397"/>
              <a:gd name="connsiteX101" fmla="*/ 6141123 w 6884912"/>
              <a:gd name="connsiteY101" fmla="*/ 159923 h 1161397"/>
              <a:gd name="connsiteX102" fmla="*/ 6290640 w 6884912"/>
              <a:gd name="connsiteY102" fmla="*/ 167441 h 1161397"/>
              <a:gd name="connsiteX103" fmla="*/ 6322806 w 6884912"/>
              <a:gd name="connsiteY103" fmla="*/ 213293 h 1161397"/>
              <a:gd name="connsiteX104" fmla="*/ 6380420 w 6884912"/>
              <a:gd name="connsiteY104" fmla="*/ 173195 h 1161397"/>
              <a:gd name="connsiteX105" fmla="*/ 6507891 w 6884912"/>
              <a:gd name="connsiteY105" fmla="*/ 118474 h 1161397"/>
              <a:gd name="connsiteX106" fmla="*/ 6571807 w 6884912"/>
              <a:gd name="connsiteY106" fmla="*/ 98636 h 1161397"/>
              <a:gd name="connsiteX107" fmla="*/ 6671880 w 6884912"/>
              <a:gd name="connsiteY107" fmla="*/ 82931 h 1161397"/>
              <a:gd name="connsiteX108" fmla="*/ 6702266 w 6884912"/>
              <a:gd name="connsiteY108" fmla="*/ 75470 h 1161397"/>
              <a:gd name="connsiteX109" fmla="*/ 6845802 w 6884912"/>
              <a:gd name="connsiteY109" fmla="*/ 24496 h 1161397"/>
              <a:gd name="connsiteX110" fmla="*/ 6884912 w 6884912"/>
              <a:gd name="connsiteY110" fmla="*/ 0 h 1161397"/>
              <a:gd name="connsiteX0" fmla="*/ 6884912 w 6884912"/>
              <a:gd name="connsiteY0" fmla="*/ 0 h 1161397"/>
              <a:gd name="connsiteX1" fmla="*/ 6884912 w 6884912"/>
              <a:gd name="connsiteY1" fmla="*/ 1161397 h 1161397"/>
              <a:gd name="connsiteX2" fmla="*/ 0 w 6884912"/>
              <a:gd name="connsiteY2" fmla="*/ 1161397 h 1161397"/>
              <a:gd name="connsiteX3" fmla="*/ 27135 w 6884912"/>
              <a:gd name="connsiteY3" fmla="*/ 1147460 h 1161397"/>
              <a:gd name="connsiteX4" fmla="*/ 115388 w 6884912"/>
              <a:gd name="connsiteY4" fmla="*/ 1159043 h 1161397"/>
              <a:gd name="connsiteX5" fmla="*/ 119094 w 6884912"/>
              <a:gd name="connsiteY5" fmla="*/ 1148463 h 1161397"/>
              <a:gd name="connsiteX6" fmla="*/ 171824 w 6884912"/>
              <a:gd name="connsiteY6" fmla="*/ 1133224 h 1161397"/>
              <a:gd name="connsiteX7" fmla="*/ 376455 w 6884912"/>
              <a:gd name="connsiteY7" fmla="*/ 1137381 h 1161397"/>
              <a:gd name="connsiteX8" fmla="*/ 478946 w 6884912"/>
              <a:gd name="connsiteY8" fmla="*/ 1106011 h 1161397"/>
              <a:gd name="connsiteX9" fmla="*/ 512111 w 6884912"/>
              <a:gd name="connsiteY9" fmla="*/ 1085599 h 1161397"/>
              <a:gd name="connsiteX10" fmla="*/ 567875 w 6884912"/>
              <a:gd name="connsiteY10" fmla="*/ 1051976 h 1161397"/>
              <a:gd name="connsiteX11" fmla="*/ 601644 w 6884912"/>
              <a:gd name="connsiteY11" fmla="*/ 1003997 h 1161397"/>
              <a:gd name="connsiteX12" fmla="*/ 651408 w 6884912"/>
              <a:gd name="connsiteY12" fmla="*/ 984938 h 1161397"/>
              <a:gd name="connsiteX13" fmla="*/ 673197 w 6884912"/>
              <a:gd name="connsiteY13" fmla="*/ 1010060 h 1161397"/>
              <a:gd name="connsiteX14" fmla="*/ 723108 w 6884912"/>
              <a:gd name="connsiteY14" fmla="*/ 980081 h 1161397"/>
              <a:gd name="connsiteX15" fmla="*/ 797699 w 6884912"/>
              <a:gd name="connsiteY15" fmla="*/ 931362 h 1161397"/>
              <a:gd name="connsiteX16" fmla="*/ 843359 w 6884912"/>
              <a:gd name="connsiteY16" fmla="*/ 910894 h 1161397"/>
              <a:gd name="connsiteX17" fmla="*/ 965215 w 6884912"/>
              <a:gd name="connsiteY17" fmla="*/ 846701 h 1161397"/>
              <a:gd name="connsiteX18" fmla="*/ 1085080 w 6884912"/>
              <a:gd name="connsiteY18" fmla="*/ 776086 h 1161397"/>
              <a:gd name="connsiteX19" fmla="*/ 1131224 w 6884912"/>
              <a:gd name="connsiteY19" fmla="*/ 706160 h 1161397"/>
              <a:gd name="connsiteX20" fmla="*/ 1138051 w 6884912"/>
              <a:gd name="connsiteY20" fmla="*/ 702034 h 1161397"/>
              <a:gd name="connsiteX21" fmla="*/ 1158800 w 6884912"/>
              <a:gd name="connsiteY21" fmla="*/ 700004 h 1161397"/>
              <a:gd name="connsiteX22" fmla="*/ 1166947 w 6884912"/>
              <a:gd name="connsiteY22" fmla="*/ 700762 h 1161397"/>
              <a:gd name="connsiteX23" fmla="*/ 1178135 w 6884912"/>
              <a:gd name="connsiteY23" fmla="*/ 698631 h 1161397"/>
              <a:gd name="connsiteX24" fmla="*/ 1178301 w 6884912"/>
              <a:gd name="connsiteY24" fmla="*/ 698094 h 1161397"/>
              <a:gd name="connsiteX25" fmla="*/ 1188995 w 6884912"/>
              <a:gd name="connsiteY25" fmla="*/ 697048 h 1161397"/>
              <a:gd name="connsiteX26" fmla="*/ 1242716 w 6884912"/>
              <a:gd name="connsiteY26" fmla="*/ 698052 h 1161397"/>
              <a:gd name="connsiteX27" fmla="*/ 1299977 w 6884912"/>
              <a:gd name="connsiteY27" fmla="*/ 639196 h 1161397"/>
              <a:gd name="connsiteX28" fmla="*/ 1326190 w 6884912"/>
              <a:gd name="connsiteY28" fmla="*/ 625955 h 1161397"/>
              <a:gd name="connsiteX29" fmla="*/ 1339600 w 6884912"/>
              <a:gd name="connsiteY29" fmla="*/ 616295 h 1161397"/>
              <a:gd name="connsiteX30" fmla="*/ 1340054 w 6884912"/>
              <a:gd name="connsiteY30" fmla="*/ 614022 h 1161397"/>
              <a:gd name="connsiteX31" fmla="*/ 1391606 w 6884912"/>
              <a:gd name="connsiteY31" fmla="*/ 615229 h 1161397"/>
              <a:gd name="connsiteX32" fmla="*/ 1397565 w 6884912"/>
              <a:gd name="connsiteY32" fmla="*/ 611490 h 1161397"/>
              <a:gd name="connsiteX33" fmla="*/ 1432302 w 6884912"/>
              <a:gd name="connsiteY33" fmla="*/ 617267 h 1161397"/>
              <a:gd name="connsiteX34" fmla="*/ 1449644 w 6884912"/>
              <a:gd name="connsiteY34" fmla="*/ 617591 h 1161397"/>
              <a:gd name="connsiteX35" fmla="*/ 1455793 w 6884912"/>
              <a:gd name="connsiteY35" fmla="*/ 623174 h 1161397"/>
              <a:gd name="connsiteX36" fmla="*/ 1480758 w 6884912"/>
              <a:gd name="connsiteY36" fmla="*/ 620863 h 1161397"/>
              <a:gd name="connsiteX37" fmla="*/ 1483154 w 6884912"/>
              <a:gd name="connsiteY37" fmla="*/ 618527 h 1161397"/>
              <a:gd name="connsiteX38" fmla="*/ 1505495 w 6884912"/>
              <a:gd name="connsiteY38" fmla="*/ 624325 h 1161397"/>
              <a:gd name="connsiteX39" fmla="*/ 1526340 w 6884912"/>
              <a:gd name="connsiteY39" fmla="*/ 638496 h 1161397"/>
              <a:gd name="connsiteX40" fmla="*/ 1731986 w 6884912"/>
              <a:gd name="connsiteY40" fmla="*/ 589682 h 1161397"/>
              <a:gd name="connsiteX41" fmla="*/ 1927935 w 6884912"/>
              <a:gd name="connsiteY41" fmla="*/ 628540 h 1161397"/>
              <a:gd name="connsiteX42" fmla="*/ 2039075 w 6884912"/>
              <a:gd name="connsiteY42" fmla="*/ 599964 h 1161397"/>
              <a:gd name="connsiteX43" fmla="*/ 2066980 w 6884912"/>
              <a:gd name="connsiteY43" fmla="*/ 550413 h 1161397"/>
              <a:gd name="connsiteX44" fmla="*/ 2352236 w 6884912"/>
              <a:gd name="connsiteY44" fmla="*/ 519602 h 1161397"/>
              <a:gd name="connsiteX45" fmla="*/ 2420791 w 6884912"/>
              <a:gd name="connsiteY45" fmla="*/ 492826 h 1161397"/>
              <a:gd name="connsiteX46" fmla="*/ 2489932 w 6884912"/>
              <a:gd name="connsiteY46" fmla="*/ 507864 h 1161397"/>
              <a:gd name="connsiteX47" fmla="*/ 2512917 w 6884912"/>
              <a:gd name="connsiteY47" fmla="*/ 489127 h 1161397"/>
              <a:gd name="connsiteX48" fmla="*/ 2516783 w 6884912"/>
              <a:gd name="connsiteY48" fmla="*/ 485473 h 1161397"/>
              <a:gd name="connsiteX49" fmla="*/ 2534360 w 6884912"/>
              <a:gd name="connsiteY49" fmla="*/ 480064 h 1161397"/>
              <a:gd name="connsiteX50" fmla="*/ 2536691 w 6884912"/>
              <a:gd name="connsiteY50" fmla="*/ 467018 h 1161397"/>
              <a:gd name="connsiteX51" fmla="*/ 2561265 w 6884912"/>
              <a:gd name="connsiteY51" fmla="*/ 450623 h 1161397"/>
              <a:gd name="connsiteX52" fmla="*/ 2594349 w 6884912"/>
              <a:gd name="connsiteY52" fmla="*/ 443884 h 1161397"/>
              <a:gd name="connsiteX53" fmla="*/ 2754324 w 6884912"/>
              <a:gd name="connsiteY53" fmla="*/ 424766 h 1161397"/>
              <a:gd name="connsiteX54" fmla="*/ 2848470 w 6884912"/>
              <a:gd name="connsiteY54" fmla="*/ 405966 h 1161397"/>
              <a:gd name="connsiteX55" fmla="*/ 2881772 w 6884912"/>
              <a:gd name="connsiteY55" fmla="*/ 387260 h 1161397"/>
              <a:gd name="connsiteX56" fmla="*/ 2929932 w 6884912"/>
              <a:gd name="connsiteY56" fmla="*/ 368912 h 1161397"/>
              <a:gd name="connsiteX57" fmla="*/ 3013020 w 6884912"/>
              <a:gd name="connsiteY57" fmla="*/ 327578 h 1161397"/>
              <a:gd name="connsiteX58" fmla="*/ 3222191 w 6884912"/>
              <a:gd name="connsiteY58" fmla="*/ 307887 h 1161397"/>
              <a:gd name="connsiteX59" fmla="*/ 3227953 w 6884912"/>
              <a:gd name="connsiteY59" fmla="*/ 297650 h 1161397"/>
              <a:gd name="connsiteX60" fmla="*/ 3510042 w 6884912"/>
              <a:gd name="connsiteY60" fmla="*/ 311820 h 1161397"/>
              <a:gd name="connsiteX61" fmla="*/ 3626773 w 6884912"/>
              <a:gd name="connsiteY61" fmla="*/ 290452 h 1161397"/>
              <a:gd name="connsiteX62" fmla="*/ 3666217 w 6884912"/>
              <a:gd name="connsiteY62" fmla="*/ 273255 h 1161397"/>
              <a:gd name="connsiteX63" fmla="*/ 3732427 w 6884912"/>
              <a:gd name="connsiteY63" fmla="*/ 245039 h 1161397"/>
              <a:gd name="connsiteX64" fmla="*/ 3777022 w 6884912"/>
              <a:gd name="connsiteY64" fmla="*/ 200276 h 1161397"/>
              <a:gd name="connsiteX65" fmla="*/ 3791246 w 6884912"/>
              <a:gd name="connsiteY65" fmla="*/ 189996 h 1161397"/>
              <a:gd name="connsiteX66" fmla="*/ 3819864 w 6884912"/>
              <a:gd name="connsiteY66" fmla="*/ 194605 h 1161397"/>
              <a:gd name="connsiteX67" fmla="*/ 3830398 w 6884912"/>
              <a:gd name="connsiteY67" fmla="*/ 188383 h 1161397"/>
              <a:gd name="connsiteX68" fmla="*/ 3834360 w 6884912"/>
              <a:gd name="connsiteY68" fmla="*/ 188992 h 1161397"/>
              <a:gd name="connsiteX69" fmla="*/ 3843715 w 6884912"/>
              <a:gd name="connsiteY69" fmla="*/ 188752 h 1161397"/>
              <a:gd name="connsiteX70" fmla="*/ 3842609 w 6884912"/>
              <a:gd name="connsiteY70" fmla="*/ 197386 h 1161397"/>
              <a:gd name="connsiteX71" fmla="*/ 3853961 w 6884912"/>
              <a:gd name="connsiteY71" fmla="*/ 213380 h 1161397"/>
              <a:gd name="connsiteX72" fmla="*/ 3907640 w 6884912"/>
              <a:gd name="connsiteY72" fmla="*/ 207568 h 1161397"/>
              <a:gd name="connsiteX73" fmla="*/ 3910449 w 6884912"/>
              <a:gd name="connsiteY73" fmla="*/ 197808 h 1161397"/>
              <a:gd name="connsiteX74" fmla="*/ 3917197 w 6884912"/>
              <a:gd name="connsiteY74" fmla="*/ 196121 h 1161397"/>
              <a:gd name="connsiteX75" fmla="*/ 3922400 w 6884912"/>
              <a:gd name="connsiteY75" fmla="*/ 205056 h 1161397"/>
              <a:gd name="connsiteX76" fmla="*/ 4013061 w 6884912"/>
              <a:gd name="connsiteY76" fmla="*/ 224874 h 1161397"/>
              <a:gd name="connsiteX77" fmla="*/ 4220717 w 6884912"/>
              <a:gd name="connsiteY77" fmla="*/ 192946 h 1161397"/>
              <a:gd name="connsiteX78" fmla="*/ 4228802 w 6884912"/>
              <a:gd name="connsiteY78" fmla="*/ 201468 h 1161397"/>
              <a:gd name="connsiteX79" fmla="*/ 4289361 w 6884912"/>
              <a:gd name="connsiteY79" fmla="*/ 196642 h 1161397"/>
              <a:gd name="connsiteX80" fmla="*/ 4498913 w 6884912"/>
              <a:gd name="connsiteY80" fmla="*/ 118915 h 1161397"/>
              <a:gd name="connsiteX81" fmla="*/ 4617330 w 6884912"/>
              <a:gd name="connsiteY81" fmla="*/ 111163 h 1161397"/>
              <a:gd name="connsiteX82" fmla="*/ 4659778 w 6884912"/>
              <a:gd name="connsiteY82" fmla="*/ 118219 h 1161397"/>
              <a:gd name="connsiteX83" fmla="*/ 4730870 w 6884912"/>
              <a:gd name="connsiteY83" fmla="*/ 129432 h 1161397"/>
              <a:gd name="connsiteX84" fmla="*/ 4785037 w 6884912"/>
              <a:gd name="connsiteY84" fmla="*/ 161964 h 1161397"/>
              <a:gd name="connsiteX85" fmla="*/ 4844073 w 6884912"/>
              <a:gd name="connsiteY85" fmla="*/ 161768 h 1161397"/>
              <a:gd name="connsiteX86" fmla="*/ 4856454 w 6884912"/>
              <a:gd name="connsiteY86" fmla="*/ 130488 h 1161397"/>
              <a:gd name="connsiteX87" fmla="*/ 4920038 w 6884912"/>
              <a:gd name="connsiteY87" fmla="*/ 140418 h 1161397"/>
              <a:gd name="connsiteX88" fmla="*/ 5016639 w 6884912"/>
              <a:gd name="connsiteY88" fmla="*/ 158905 h 1161397"/>
              <a:gd name="connsiteX89" fmla="*/ 5072009 w 6884912"/>
              <a:gd name="connsiteY89" fmla="*/ 161502 h 1161397"/>
              <a:gd name="connsiteX90" fmla="*/ 5223626 w 6884912"/>
              <a:gd name="connsiteY90" fmla="*/ 177356 h 1161397"/>
              <a:gd name="connsiteX91" fmla="*/ 5375773 w 6884912"/>
              <a:gd name="connsiteY91" fmla="*/ 199913 h 1161397"/>
              <a:gd name="connsiteX92" fmla="*/ 5467502 w 6884912"/>
              <a:gd name="connsiteY92" fmla="*/ 250963 h 1161397"/>
              <a:gd name="connsiteX93" fmla="*/ 5592395 w 6884912"/>
              <a:gd name="connsiteY93" fmla="*/ 265434 h 1161397"/>
              <a:gd name="connsiteX94" fmla="*/ 5613532 w 6884912"/>
              <a:gd name="connsiteY94" fmla="*/ 273379 h 1161397"/>
              <a:gd name="connsiteX95" fmla="*/ 5642173 w 6884912"/>
              <a:gd name="connsiteY95" fmla="*/ 266904 h 1161397"/>
              <a:gd name="connsiteX96" fmla="*/ 5756910 w 6884912"/>
              <a:gd name="connsiteY96" fmla="*/ 239211 h 1161397"/>
              <a:gd name="connsiteX97" fmla="*/ 5846667 w 6884912"/>
              <a:gd name="connsiteY97" fmla="*/ 201786 h 1161397"/>
              <a:gd name="connsiteX98" fmla="*/ 5960732 w 6884912"/>
              <a:gd name="connsiteY98" fmla="*/ 220708 h 1161397"/>
              <a:gd name="connsiteX99" fmla="*/ 6029542 w 6884912"/>
              <a:gd name="connsiteY99" fmla="*/ 210339 h 1161397"/>
              <a:gd name="connsiteX100" fmla="*/ 6141123 w 6884912"/>
              <a:gd name="connsiteY100" fmla="*/ 159923 h 1161397"/>
              <a:gd name="connsiteX101" fmla="*/ 6290640 w 6884912"/>
              <a:gd name="connsiteY101" fmla="*/ 167441 h 1161397"/>
              <a:gd name="connsiteX102" fmla="*/ 6322806 w 6884912"/>
              <a:gd name="connsiteY102" fmla="*/ 213293 h 1161397"/>
              <a:gd name="connsiteX103" fmla="*/ 6380420 w 6884912"/>
              <a:gd name="connsiteY103" fmla="*/ 173195 h 1161397"/>
              <a:gd name="connsiteX104" fmla="*/ 6507891 w 6884912"/>
              <a:gd name="connsiteY104" fmla="*/ 118474 h 1161397"/>
              <a:gd name="connsiteX105" fmla="*/ 6571807 w 6884912"/>
              <a:gd name="connsiteY105" fmla="*/ 98636 h 1161397"/>
              <a:gd name="connsiteX106" fmla="*/ 6671880 w 6884912"/>
              <a:gd name="connsiteY106" fmla="*/ 82931 h 1161397"/>
              <a:gd name="connsiteX107" fmla="*/ 6702266 w 6884912"/>
              <a:gd name="connsiteY107" fmla="*/ 75470 h 1161397"/>
              <a:gd name="connsiteX108" fmla="*/ 6845802 w 6884912"/>
              <a:gd name="connsiteY108" fmla="*/ 24496 h 1161397"/>
              <a:gd name="connsiteX109" fmla="*/ 6884912 w 6884912"/>
              <a:gd name="connsiteY109" fmla="*/ 0 h 1161397"/>
              <a:gd name="connsiteX0" fmla="*/ 6884912 w 6884912"/>
              <a:gd name="connsiteY0" fmla="*/ 0 h 1161397"/>
              <a:gd name="connsiteX1" fmla="*/ 6884912 w 6884912"/>
              <a:gd name="connsiteY1" fmla="*/ 1161397 h 1161397"/>
              <a:gd name="connsiteX2" fmla="*/ 0 w 6884912"/>
              <a:gd name="connsiteY2" fmla="*/ 1161397 h 1161397"/>
              <a:gd name="connsiteX3" fmla="*/ 27135 w 6884912"/>
              <a:gd name="connsiteY3" fmla="*/ 1147460 h 1161397"/>
              <a:gd name="connsiteX4" fmla="*/ 115388 w 6884912"/>
              <a:gd name="connsiteY4" fmla="*/ 1159043 h 1161397"/>
              <a:gd name="connsiteX5" fmla="*/ 119094 w 6884912"/>
              <a:gd name="connsiteY5" fmla="*/ 1148463 h 1161397"/>
              <a:gd name="connsiteX6" fmla="*/ 171824 w 6884912"/>
              <a:gd name="connsiteY6" fmla="*/ 1133224 h 1161397"/>
              <a:gd name="connsiteX7" fmla="*/ 376455 w 6884912"/>
              <a:gd name="connsiteY7" fmla="*/ 1137381 h 1161397"/>
              <a:gd name="connsiteX8" fmla="*/ 478946 w 6884912"/>
              <a:gd name="connsiteY8" fmla="*/ 1106011 h 1161397"/>
              <a:gd name="connsiteX9" fmla="*/ 512111 w 6884912"/>
              <a:gd name="connsiteY9" fmla="*/ 1085599 h 1161397"/>
              <a:gd name="connsiteX10" fmla="*/ 567875 w 6884912"/>
              <a:gd name="connsiteY10" fmla="*/ 1051976 h 1161397"/>
              <a:gd name="connsiteX11" fmla="*/ 601644 w 6884912"/>
              <a:gd name="connsiteY11" fmla="*/ 1003997 h 1161397"/>
              <a:gd name="connsiteX12" fmla="*/ 651408 w 6884912"/>
              <a:gd name="connsiteY12" fmla="*/ 984938 h 1161397"/>
              <a:gd name="connsiteX13" fmla="*/ 673197 w 6884912"/>
              <a:gd name="connsiteY13" fmla="*/ 1010060 h 1161397"/>
              <a:gd name="connsiteX14" fmla="*/ 723108 w 6884912"/>
              <a:gd name="connsiteY14" fmla="*/ 980081 h 1161397"/>
              <a:gd name="connsiteX15" fmla="*/ 797699 w 6884912"/>
              <a:gd name="connsiteY15" fmla="*/ 931362 h 1161397"/>
              <a:gd name="connsiteX16" fmla="*/ 843359 w 6884912"/>
              <a:gd name="connsiteY16" fmla="*/ 910894 h 1161397"/>
              <a:gd name="connsiteX17" fmla="*/ 965215 w 6884912"/>
              <a:gd name="connsiteY17" fmla="*/ 846701 h 1161397"/>
              <a:gd name="connsiteX18" fmla="*/ 1085080 w 6884912"/>
              <a:gd name="connsiteY18" fmla="*/ 776086 h 1161397"/>
              <a:gd name="connsiteX19" fmla="*/ 1131224 w 6884912"/>
              <a:gd name="connsiteY19" fmla="*/ 706160 h 1161397"/>
              <a:gd name="connsiteX20" fmla="*/ 1138051 w 6884912"/>
              <a:gd name="connsiteY20" fmla="*/ 702034 h 1161397"/>
              <a:gd name="connsiteX21" fmla="*/ 1158800 w 6884912"/>
              <a:gd name="connsiteY21" fmla="*/ 700004 h 1161397"/>
              <a:gd name="connsiteX22" fmla="*/ 1166947 w 6884912"/>
              <a:gd name="connsiteY22" fmla="*/ 700762 h 1161397"/>
              <a:gd name="connsiteX23" fmla="*/ 1178135 w 6884912"/>
              <a:gd name="connsiteY23" fmla="*/ 698631 h 1161397"/>
              <a:gd name="connsiteX24" fmla="*/ 1178301 w 6884912"/>
              <a:gd name="connsiteY24" fmla="*/ 698094 h 1161397"/>
              <a:gd name="connsiteX25" fmla="*/ 1188995 w 6884912"/>
              <a:gd name="connsiteY25" fmla="*/ 697048 h 1161397"/>
              <a:gd name="connsiteX26" fmla="*/ 1242716 w 6884912"/>
              <a:gd name="connsiteY26" fmla="*/ 698052 h 1161397"/>
              <a:gd name="connsiteX27" fmla="*/ 1299977 w 6884912"/>
              <a:gd name="connsiteY27" fmla="*/ 639196 h 1161397"/>
              <a:gd name="connsiteX28" fmla="*/ 1326190 w 6884912"/>
              <a:gd name="connsiteY28" fmla="*/ 625955 h 1161397"/>
              <a:gd name="connsiteX29" fmla="*/ 1339600 w 6884912"/>
              <a:gd name="connsiteY29" fmla="*/ 616295 h 1161397"/>
              <a:gd name="connsiteX30" fmla="*/ 1340054 w 6884912"/>
              <a:gd name="connsiteY30" fmla="*/ 614022 h 1161397"/>
              <a:gd name="connsiteX31" fmla="*/ 1391606 w 6884912"/>
              <a:gd name="connsiteY31" fmla="*/ 615229 h 1161397"/>
              <a:gd name="connsiteX32" fmla="*/ 1397565 w 6884912"/>
              <a:gd name="connsiteY32" fmla="*/ 611490 h 1161397"/>
              <a:gd name="connsiteX33" fmla="*/ 1432302 w 6884912"/>
              <a:gd name="connsiteY33" fmla="*/ 617267 h 1161397"/>
              <a:gd name="connsiteX34" fmla="*/ 1449644 w 6884912"/>
              <a:gd name="connsiteY34" fmla="*/ 617591 h 1161397"/>
              <a:gd name="connsiteX35" fmla="*/ 1455793 w 6884912"/>
              <a:gd name="connsiteY35" fmla="*/ 623174 h 1161397"/>
              <a:gd name="connsiteX36" fmla="*/ 1480758 w 6884912"/>
              <a:gd name="connsiteY36" fmla="*/ 620863 h 1161397"/>
              <a:gd name="connsiteX37" fmla="*/ 1483154 w 6884912"/>
              <a:gd name="connsiteY37" fmla="*/ 618527 h 1161397"/>
              <a:gd name="connsiteX38" fmla="*/ 1505495 w 6884912"/>
              <a:gd name="connsiteY38" fmla="*/ 624325 h 1161397"/>
              <a:gd name="connsiteX39" fmla="*/ 1526340 w 6884912"/>
              <a:gd name="connsiteY39" fmla="*/ 638496 h 1161397"/>
              <a:gd name="connsiteX40" fmla="*/ 1731986 w 6884912"/>
              <a:gd name="connsiteY40" fmla="*/ 589682 h 1161397"/>
              <a:gd name="connsiteX41" fmla="*/ 1927935 w 6884912"/>
              <a:gd name="connsiteY41" fmla="*/ 628540 h 1161397"/>
              <a:gd name="connsiteX42" fmla="*/ 2039075 w 6884912"/>
              <a:gd name="connsiteY42" fmla="*/ 599964 h 1161397"/>
              <a:gd name="connsiteX43" fmla="*/ 2066980 w 6884912"/>
              <a:gd name="connsiteY43" fmla="*/ 550413 h 1161397"/>
              <a:gd name="connsiteX44" fmla="*/ 2352236 w 6884912"/>
              <a:gd name="connsiteY44" fmla="*/ 519602 h 1161397"/>
              <a:gd name="connsiteX45" fmla="*/ 2420791 w 6884912"/>
              <a:gd name="connsiteY45" fmla="*/ 492826 h 1161397"/>
              <a:gd name="connsiteX46" fmla="*/ 2489932 w 6884912"/>
              <a:gd name="connsiteY46" fmla="*/ 507864 h 1161397"/>
              <a:gd name="connsiteX47" fmla="*/ 2512917 w 6884912"/>
              <a:gd name="connsiteY47" fmla="*/ 489127 h 1161397"/>
              <a:gd name="connsiteX48" fmla="*/ 2516783 w 6884912"/>
              <a:gd name="connsiteY48" fmla="*/ 485473 h 1161397"/>
              <a:gd name="connsiteX49" fmla="*/ 2534360 w 6884912"/>
              <a:gd name="connsiteY49" fmla="*/ 480064 h 1161397"/>
              <a:gd name="connsiteX50" fmla="*/ 2536691 w 6884912"/>
              <a:gd name="connsiteY50" fmla="*/ 467018 h 1161397"/>
              <a:gd name="connsiteX51" fmla="*/ 2561265 w 6884912"/>
              <a:gd name="connsiteY51" fmla="*/ 450623 h 1161397"/>
              <a:gd name="connsiteX52" fmla="*/ 2594349 w 6884912"/>
              <a:gd name="connsiteY52" fmla="*/ 443884 h 1161397"/>
              <a:gd name="connsiteX53" fmla="*/ 2754324 w 6884912"/>
              <a:gd name="connsiteY53" fmla="*/ 424766 h 1161397"/>
              <a:gd name="connsiteX54" fmla="*/ 2848470 w 6884912"/>
              <a:gd name="connsiteY54" fmla="*/ 405966 h 1161397"/>
              <a:gd name="connsiteX55" fmla="*/ 2881772 w 6884912"/>
              <a:gd name="connsiteY55" fmla="*/ 387260 h 1161397"/>
              <a:gd name="connsiteX56" fmla="*/ 2929932 w 6884912"/>
              <a:gd name="connsiteY56" fmla="*/ 368912 h 1161397"/>
              <a:gd name="connsiteX57" fmla="*/ 3013020 w 6884912"/>
              <a:gd name="connsiteY57" fmla="*/ 327578 h 1161397"/>
              <a:gd name="connsiteX58" fmla="*/ 3222191 w 6884912"/>
              <a:gd name="connsiteY58" fmla="*/ 307887 h 1161397"/>
              <a:gd name="connsiteX59" fmla="*/ 3227953 w 6884912"/>
              <a:gd name="connsiteY59" fmla="*/ 297650 h 1161397"/>
              <a:gd name="connsiteX60" fmla="*/ 3510042 w 6884912"/>
              <a:gd name="connsiteY60" fmla="*/ 311820 h 1161397"/>
              <a:gd name="connsiteX61" fmla="*/ 3626773 w 6884912"/>
              <a:gd name="connsiteY61" fmla="*/ 290452 h 1161397"/>
              <a:gd name="connsiteX62" fmla="*/ 3666217 w 6884912"/>
              <a:gd name="connsiteY62" fmla="*/ 273255 h 1161397"/>
              <a:gd name="connsiteX63" fmla="*/ 3732427 w 6884912"/>
              <a:gd name="connsiteY63" fmla="*/ 245039 h 1161397"/>
              <a:gd name="connsiteX64" fmla="*/ 3777022 w 6884912"/>
              <a:gd name="connsiteY64" fmla="*/ 200276 h 1161397"/>
              <a:gd name="connsiteX65" fmla="*/ 3791246 w 6884912"/>
              <a:gd name="connsiteY65" fmla="*/ 189996 h 1161397"/>
              <a:gd name="connsiteX66" fmla="*/ 3819864 w 6884912"/>
              <a:gd name="connsiteY66" fmla="*/ 194605 h 1161397"/>
              <a:gd name="connsiteX67" fmla="*/ 3830398 w 6884912"/>
              <a:gd name="connsiteY67" fmla="*/ 188383 h 1161397"/>
              <a:gd name="connsiteX68" fmla="*/ 3834360 w 6884912"/>
              <a:gd name="connsiteY68" fmla="*/ 188992 h 1161397"/>
              <a:gd name="connsiteX69" fmla="*/ 3843715 w 6884912"/>
              <a:gd name="connsiteY69" fmla="*/ 188752 h 1161397"/>
              <a:gd name="connsiteX70" fmla="*/ 3842609 w 6884912"/>
              <a:gd name="connsiteY70" fmla="*/ 197386 h 1161397"/>
              <a:gd name="connsiteX71" fmla="*/ 3853961 w 6884912"/>
              <a:gd name="connsiteY71" fmla="*/ 213380 h 1161397"/>
              <a:gd name="connsiteX72" fmla="*/ 3907640 w 6884912"/>
              <a:gd name="connsiteY72" fmla="*/ 207568 h 1161397"/>
              <a:gd name="connsiteX73" fmla="*/ 3910449 w 6884912"/>
              <a:gd name="connsiteY73" fmla="*/ 197808 h 1161397"/>
              <a:gd name="connsiteX74" fmla="*/ 3917197 w 6884912"/>
              <a:gd name="connsiteY74" fmla="*/ 196121 h 1161397"/>
              <a:gd name="connsiteX75" fmla="*/ 3922400 w 6884912"/>
              <a:gd name="connsiteY75" fmla="*/ 205056 h 1161397"/>
              <a:gd name="connsiteX76" fmla="*/ 4013061 w 6884912"/>
              <a:gd name="connsiteY76" fmla="*/ 224874 h 1161397"/>
              <a:gd name="connsiteX77" fmla="*/ 4220717 w 6884912"/>
              <a:gd name="connsiteY77" fmla="*/ 192946 h 1161397"/>
              <a:gd name="connsiteX78" fmla="*/ 4228802 w 6884912"/>
              <a:gd name="connsiteY78" fmla="*/ 201468 h 1161397"/>
              <a:gd name="connsiteX79" fmla="*/ 4289361 w 6884912"/>
              <a:gd name="connsiteY79" fmla="*/ 196642 h 1161397"/>
              <a:gd name="connsiteX80" fmla="*/ 4498913 w 6884912"/>
              <a:gd name="connsiteY80" fmla="*/ 118915 h 1161397"/>
              <a:gd name="connsiteX81" fmla="*/ 4617330 w 6884912"/>
              <a:gd name="connsiteY81" fmla="*/ 111163 h 1161397"/>
              <a:gd name="connsiteX82" fmla="*/ 4659778 w 6884912"/>
              <a:gd name="connsiteY82" fmla="*/ 118219 h 1161397"/>
              <a:gd name="connsiteX83" fmla="*/ 4730870 w 6884912"/>
              <a:gd name="connsiteY83" fmla="*/ 129432 h 1161397"/>
              <a:gd name="connsiteX84" fmla="*/ 4844073 w 6884912"/>
              <a:gd name="connsiteY84" fmla="*/ 161768 h 1161397"/>
              <a:gd name="connsiteX85" fmla="*/ 4856454 w 6884912"/>
              <a:gd name="connsiteY85" fmla="*/ 130488 h 1161397"/>
              <a:gd name="connsiteX86" fmla="*/ 4920038 w 6884912"/>
              <a:gd name="connsiteY86" fmla="*/ 140418 h 1161397"/>
              <a:gd name="connsiteX87" fmla="*/ 5016639 w 6884912"/>
              <a:gd name="connsiteY87" fmla="*/ 158905 h 1161397"/>
              <a:gd name="connsiteX88" fmla="*/ 5072009 w 6884912"/>
              <a:gd name="connsiteY88" fmla="*/ 161502 h 1161397"/>
              <a:gd name="connsiteX89" fmla="*/ 5223626 w 6884912"/>
              <a:gd name="connsiteY89" fmla="*/ 177356 h 1161397"/>
              <a:gd name="connsiteX90" fmla="*/ 5375773 w 6884912"/>
              <a:gd name="connsiteY90" fmla="*/ 199913 h 1161397"/>
              <a:gd name="connsiteX91" fmla="*/ 5467502 w 6884912"/>
              <a:gd name="connsiteY91" fmla="*/ 250963 h 1161397"/>
              <a:gd name="connsiteX92" fmla="*/ 5592395 w 6884912"/>
              <a:gd name="connsiteY92" fmla="*/ 265434 h 1161397"/>
              <a:gd name="connsiteX93" fmla="*/ 5613532 w 6884912"/>
              <a:gd name="connsiteY93" fmla="*/ 273379 h 1161397"/>
              <a:gd name="connsiteX94" fmla="*/ 5642173 w 6884912"/>
              <a:gd name="connsiteY94" fmla="*/ 266904 h 1161397"/>
              <a:gd name="connsiteX95" fmla="*/ 5756910 w 6884912"/>
              <a:gd name="connsiteY95" fmla="*/ 239211 h 1161397"/>
              <a:gd name="connsiteX96" fmla="*/ 5846667 w 6884912"/>
              <a:gd name="connsiteY96" fmla="*/ 201786 h 1161397"/>
              <a:gd name="connsiteX97" fmla="*/ 5960732 w 6884912"/>
              <a:gd name="connsiteY97" fmla="*/ 220708 h 1161397"/>
              <a:gd name="connsiteX98" fmla="*/ 6029542 w 6884912"/>
              <a:gd name="connsiteY98" fmla="*/ 210339 h 1161397"/>
              <a:gd name="connsiteX99" fmla="*/ 6141123 w 6884912"/>
              <a:gd name="connsiteY99" fmla="*/ 159923 h 1161397"/>
              <a:gd name="connsiteX100" fmla="*/ 6290640 w 6884912"/>
              <a:gd name="connsiteY100" fmla="*/ 167441 h 1161397"/>
              <a:gd name="connsiteX101" fmla="*/ 6322806 w 6884912"/>
              <a:gd name="connsiteY101" fmla="*/ 213293 h 1161397"/>
              <a:gd name="connsiteX102" fmla="*/ 6380420 w 6884912"/>
              <a:gd name="connsiteY102" fmla="*/ 173195 h 1161397"/>
              <a:gd name="connsiteX103" fmla="*/ 6507891 w 6884912"/>
              <a:gd name="connsiteY103" fmla="*/ 118474 h 1161397"/>
              <a:gd name="connsiteX104" fmla="*/ 6571807 w 6884912"/>
              <a:gd name="connsiteY104" fmla="*/ 98636 h 1161397"/>
              <a:gd name="connsiteX105" fmla="*/ 6671880 w 6884912"/>
              <a:gd name="connsiteY105" fmla="*/ 82931 h 1161397"/>
              <a:gd name="connsiteX106" fmla="*/ 6702266 w 6884912"/>
              <a:gd name="connsiteY106" fmla="*/ 75470 h 1161397"/>
              <a:gd name="connsiteX107" fmla="*/ 6845802 w 6884912"/>
              <a:gd name="connsiteY107" fmla="*/ 24496 h 1161397"/>
              <a:gd name="connsiteX108" fmla="*/ 6884912 w 6884912"/>
              <a:gd name="connsiteY108" fmla="*/ 0 h 1161397"/>
              <a:gd name="connsiteX0" fmla="*/ 6884912 w 6884912"/>
              <a:gd name="connsiteY0" fmla="*/ 0 h 1161397"/>
              <a:gd name="connsiteX1" fmla="*/ 6884912 w 6884912"/>
              <a:gd name="connsiteY1" fmla="*/ 1161397 h 1161397"/>
              <a:gd name="connsiteX2" fmla="*/ 0 w 6884912"/>
              <a:gd name="connsiteY2" fmla="*/ 1161397 h 1161397"/>
              <a:gd name="connsiteX3" fmla="*/ 27135 w 6884912"/>
              <a:gd name="connsiteY3" fmla="*/ 1147460 h 1161397"/>
              <a:gd name="connsiteX4" fmla="*/ 115388 w 6884912"/>
              <a:gd name="connsiteY4" fmla="*/ 1159043 h 1161397"/>
              <a:gd name="connsiteX5" fmla="*/ 119094 w 6884912"/>
              <a:gd name="connsiteY5" fmla="*/ 1148463 h 1161397"/>
              <a:gd name="connsiteX6" fmla="*/ 171824 w 6884912"/>
              <a:gd name="connsiteY6" fmla="*/ 1133224 h 1161397"/>
              <a:gd name="connsiteX7" fmla="*/ 478946 w 6884912"/>
              <a:gd name="connsiteY7" fmla="*/ 1106011 h 1161397"/>
              <a:gd name="connsiteX8" fmla="*/ 512111 w 6884912"/>
              <a:gd name="connsiteY8" fmla="*/ 1085599 h 1161397"/>
              <a:gd name="connsiteX9" fmla="*/ 567875 w 6884912"/>
              <a:gd name="connsiteY9" fmla="*/ 1051976 h 1161397"/>
              <a:gd name="connsiteX10" fmla="*/ 601644 w 6884912"/>
              <a:gd name="connsiteY10" fmla="*/ 1003997 h 1161397"/>
              <a:gd name="connsiteX11" fmla="*/ 651408 w 6884912"/>
              <a:gd name="connsiteY11" fmla="*/ 984938 h 1161397"/>
              <a:gd name="connsiteX12" fmla="*/ 673197 w 6884912"/>
              <a:gd name="connsiteY12" fmla="*/ 1010060 h 1161397"/>
              <a:gd name="connsiteX13" fmla="*/ 723108 w 6884912"/>
              <a:gd name="connsiteY13" fmla="*/ 980081 h 1161397"/>
              <a:gd name="connsiteX14" fmla="*/ 797699 w 6884912"/>
              <a:gd name="connsiteY14" fmla="*/ 931362 h 1161397"/>
              <a:gd name="connsiteX15" fmla="*/ 843359 w 6884912"/>
              <a:gd name="connsiteY15" fmla="*/ 910894 h 1161397"/>
              <a:gd name="connsiteX16" fmla="*/ 965215 w 6884912"/>
              <a:gd name="connsiteY16" fmla="*/ 846701 h 1161397"/>
              <a:gd name="connsiteX17" fmla="*/ 1085080 w 6884912"/>
              <a:gd name="connsiteY17" fmla="*/ 776086 h 1161397"/>
              <a:gd name="connsiteX18" fmla="*/ 1131224 w 6884912"/>
              <a:gd name="connsiteY18" fmla="*/ 706160 h 1161397"/>
              <a:gd name="connsiteX19" fmla="*/ 1138051 w 6884912"/>
              <a:gd name="connsiteY19" fmla="*/ 702034 h 1161397"/>
              <a:gd name="connsiteX20" fmla="*/ 1158800 w 6884912"/>
              <a:gd name="connsiteY20" fmla="*/ 700004 h 1161397"/>
              <a:gd name="connsiteX21" fmla="*/ 1166947 w 6884912"/>
              <a:gd name="connsiteY21" fmla="*/ 700762 h 1161397"/>
              <a:gd name="connsiteX22" fmla="*/ 1178135 w 6884912"/>
              <a:gd name="connsiteY22" fmla="*/ 698631 h 1161397"/>
              <a:gd name="connsiteX23" fmla="*/ 1178301 w 6884912"/>
              <a:gd name="connsiteY23" fmla="*/ 698094 h 1161397"/>
              <a:gd name="connsiteX24" fmla="*/ 1188995 w 6884912"/>
              <a:gd name="connsiteY24" fmla="*/ 697048 h 1161397"/>
              <a:gd name="connsiteX25" fmla="*/ 1242716 w 6884912"/>
              <a:gd name="connsiteY25" fmla="*/ 698052 h 1161397"/>
              <a:gd name="connsiteX26" fmla="*/ 1299977 w 6884912"/>
              <a:gd name="connsiteY26" fmla="*/ 639196 h 1161397"/>
              <a:gd name="connsiteX27" fmla="*/ 1326190 w 6884912"/>
              <a:gd name="connsiteY27" fmla="*/ 625955 h 1161397"/>
              <a:gd name="connsiteX28" fmla="*/ 1339600 w 6884912"/>
              <a:gd name="connsiteY28" fmla="*/ 616295 h 1161397"/>
              <a:gd name="connsiteX29" fmla="*/ 1340054 w 6884912"/>
              <a:gd name="connsiteY29" fmla="*/ 614022 h 1161397"/>
              <a:gd name="connsiteX30" fmla="*/ 1391606 w 6884912"/>
              <a:gd name="connsiteY30" fmla="*/ 615229 h 1161397"/>
              <a:gd name="connsiteX31" fmla="*/ 1397565 w 6884912"/>
              <a:gd name="connsiteY31" fmla="*/ 611490 h 1161397"/>
              <a:gd name="connsiteX32" fmla="*/ 1432302 w 6884912"/>
              <a:gd name="connsiteY32" fmla="*/ 617267 h 1161397"/>
              <a:gd name="connsiteX33" fmla="*/ 1449644 w 6884912"/>
              <a:gd name="connsiteY33" fmla="*/ 617591 h 1161397"/>
              <a:gd name="connsiteX34" fmla="*/ 1455793 w 6884912"/>
              <a:gd name="connsiteY34" fmla="*/ 623174 h 1161397"/>
              <a:gd name="connsiteX35" fmla="*/ 1480758 w 6884912"/>
              <a:gd name="connsiteY35" fmla="*/ 620863 h 1161397"/>
              <a:gd name="connsiteX36" fmla="*/ 1483154 w 6884912"/>
              <a:gd name="connsiteY36" fmla="*/ 618527 h 1161397"/>
              <a:gd name="connsiteX37" fmla="*/ 1505495 w 6884912"/>
              <a:gd name="connsiteY37" fmla="*/ 624325 h 1161397"/>
              <a:gd name="connsiteX38" fmla="*/ 1526340 w 6884912"/>
              <a:gd name="connsiteY38" fmla="*/ 638496 h 1161397"/>
              <a:gd name="connsiteX39" fmla="*/ 1731986 w 6884912"/>
              <a:gd name="connsiteY39" fmla="*/ 589682 h 1161397"/>
              <a:gd name="connsiteX40" fmla="*/ 1927935 w 6884912"/>
              <a:gd name="connsiteY40" fmla="*/ 628540 h 1161397"/>
              <a:gd name="connsiteX41" fmla="*/ 2039075 w 6884912"/>
              <a:gd name="connsiteY41" fmla="*/ 599964 h 1161397"/>
              <a:gd name="connsiteX42" fmla="*/ 2066980 w 6884912"/>
              <a:gd name="connsiteY42" fmla="*/ 550413 h 1161397"/>
              <a:gd name="connsiteX43" fmla="*/ 2352236 w 6884912"/>
              <a:gd name="connsiteY43" fmla="*/ 519602 h 1161397"/>
              <a:gd name="connsiteX44" fmla="*/ 2420791 w 6884912"/>
              <a:gd name="connsiteY44" fmla="*/ 492826 h 1161397"/>
              <a:gd name="connsiteX45" fmla="*/ 2489932 w 6884912"/>
              <a:gd name="connsiteY45" fmla="*/ 507864 h 1161397"/>
              <a:gd name="connsiteX46" fmla="*/ 2512917 w 6884912"/>
              <a:gd name="connsiteY46" fmla="*/ 489127 h 1161397"/>
              <a:gd name="connsiteX47" fmla="*/ 2516783 w 6884912"/>
              <a:gd name="connsiteY47" fmla="*/ 485473 h 1161397"/>
              <a:gd name="connsiteX48" fmla="*/ 2534360 w 6884912"/>
              <a:gd name="connsiteY48" fmla="*/ 480064 h 1161397"/>
              <a:gd name="connsiteX49" fmla="*/ 2536691 w 6884912"/>
              <a:gd name="connsiteY49" fmla="*/ 467018 h 1161397"/>
              <a:gd name="connsiteX50" fmla="*/ 2561265 w 6884912"/>
              <a:gd name="connsiteY50" fmla="*/ 450623 h 1161397"/>
              <a:gd name="connsiteX51" fmla="*/ 2594349 w 6884912"/>
              <a:gd name="connsiteY51" fmla="*/ 443884 h 1161397"/>
              <a:gd name="connsiteX52" fmla="*/ 2754324 w 6884912"/>
              <a:gd name="connsiteY52" fmla="*/ 424766 h 1161397"/>
              <a:gd name="connsiteX53" fmla="*/ 2848470 w 6884912"/>
              <a:gd name="connsiteY53" fmla="*/ 405966 h 1161397"/>
              <a:gd name="connsiteX54" fmla="*/ 2881772 w 6884912"/>
              <a:gd name="connsiteY54" fmla="*/ 387260 h 1161397"/>
              <a:gd name="connsiteX55" fmla="*/ 2929932 w 6884912"/>
              <a:gd name="connsiteY55" fmla="*/ 368912 h 1161397"/>
              <a:gd name="connsiteX56" fmla="*/ 3013020 w 6884912"/>
              <a:gd name="connsiteY56" fmla="*/ 327578 h 1161397"/>
              <a:gd name="connsiteX57" fmla="*/ 3222191 w 6884912"/>
              <a:gd name="connsiteY57" fmla="*/ 307887 h 1161397"/>
              <a:gd name="connsiteX58" fmla="*/ 3227953 w 6884912"/>
              <a:gd name="connsiteY58" fmla="*/ 297650 h 1161397"/>
              <a:gd name="connsiteX59" fmla="*/ 3510042 w 6884912"/>
              <a:gd name="connsiteY59" fmla="*/ 311820 h 1161397"/>
              <a:gd name="connsiteX60" fmla="*/ 3626773 w 6884912"/>
              <a:gd name="connsiteY60" fmla="*/ 290452 h 1161397"/>
              <a:gd name="connsiteX61" fmla="*/ 3666217 w 6884912"/>
              <a:gd name="connsiteY61" fmla="*/ 273255 h 1161397"/>
              <a:gd name="connsiteX62" fmla="*/ 3732427 w 6884912"/>
              <a:gd name="connsiteY62" fmla="*/ 245039 h 1161397"/>
              <a:gd name="connsiteX63" fmla="*/ 3777022 w 6884912"/>
              <a:gd name="connsiteY63" fmla="*/ 200276 h 1161397"/>
              <a:gd name="connsiteX64" fmla="*/ 3791246 w 6884912"/>
              <a:gd name="connsiteY64" fmla="*/ 189996 h 1161397"/>
              <a:gd name="connsiteX65" fmla="*/ 3819864 w 6884912"/>
              <a:gd name="connsiteY65" fmla="*/ 194605 h 1161397"/>
              <a:gd name="connsiteX66" fmla="*/ 3830398 w 6884912"/>
              <a:gd name="connsiteY66" fmla="*/ 188383 h 1161397"/>
              <a:gd name="connsiteX67" fmla="*/ 3834360 w 6884912"/>
              <a:gd name="connsiteY67" fmla="*/ 188992 h 1161397"/>
              <a:gd name="connsiteX68" fmla="*/ 3843715 w 6884912"/>
              <a:gd name="connsiteY68" fmla="*/ 188752 h 1161397"/>
              <a:gd name="connsiteX69" fmla="*/ 3842609 w 6884912"/>
              <a:gd name="connsiteY69" fmla="*/ 197386 h 1161397"/>
              <a:gd name="connsiteX70" fmla="*/ 3853961 w 6884912"/>
              <a:gd name="connsiteY70" fmla="*/ 213380 h 1161397"/>
              <a:gd name="connsiteX71" fmla="*/ 3907640 w 6884912"/>
              <a:gd name="connsiteY71" fmla="*/ 207568 h 1161397"/>
              <a:gd name="connsiteX72" fmla="*/ 3910449 w 6884912"/>
              <a:gd name="connsiteY72" fmla="*/ 197808 h 1161397"/>
              <a:gd name="connsiteX73" fmla="*/ 3917197 w 6884912"/>
              <a:gd name="connsiteY73" fmla="*/ 196121 h 1161397"/>
              <a:gd name="connsiteX74" fmla="*/ 3922400 w 6884912"/>
              <a:gd name="connsiteY74" fmla="*/ 205056 h 1161397"/>
              <a:gd name="connsiteX75" fmla="*/ 4013061 w 6884912"/>
              <a:gd name="connsiteY75" fmla="*/ 224874 h 1161397"/>
              <a:gd name="connsiteX76" fmla="*/ 4220717 w 6884912"/>
              <a:gd name="connsiteY76" fmla="*/ 192946 h 1161397"/>
              <a:gd name="connsiteX77" fmla="*/ 4228802 w 6884912"/>
              <a:gd name="connsiteY77" fmla="*/ 201468 h 1161397"/>
              <a:gd name="connsiteX78" fmla="*/ 4289361 w 6884912"/>
              <a:gd name="connsiteY78" fmla="*/ 196642 h 1161397"/>
              <a:gd name="connsiteX79" fmla="*/ 4498913 w 6884912"/>
              <a:gd name="connsiteY79" fmla="*/ 118915 h 1161397"/>
              <a:gd name="connsiteX80" fmla="*/ 4617330 w 6884912"/>
              <a:gd name="connsiteY80" fmla="*/ 111163 h 1161397"/>
              <a:gd name="connsiteX81" fmla="*/ 4659778 w 6884912"/>
              <a:gd name="connsiteY81" fmla="*/ 118219 h 1161397"/>
              <a:gd name="connsiteX82" fmla="*/ 4730870 w 6884912"/>
              <a:gd name="connsiteY82" fmla="*/ 129432 h 1161397"/>
              <a:gd name="connsiteX83" fmla="*/ 4844073 w 6884912"/>
              <a:gd name="connsiteY83" fmla="*/ 161768 h 1161397"/>
              <a:gd name="connsiteX84" fmla="*/ 4856454 w 6884912"/>
              <a:gd name="connsiteY84" fmla="*/ 130488 h 1161397"/>
              <a:gd name="connsiteX85" fmla="*/ 4920038 w 6884912"/>
              <a:gd name="connsiteY85" fmla="*/ 140418 h 1161397"/>
              <a:gd name="connsiteX86" fmla="*/ 5016639 w 6884912"/>
              <a:gd name="connsiteY86" fmla="*/ 158905 h 1161397"/>
              <a:gd name="connsiteX87" fmla="*/ 5072009 w 6884912"/>
              <a:gd name="connsiteY87" fmla="*/ 161502 h 1161397"/>
              <a:gd name="connsiteX88" fmla="*/ 5223626 w 6884912"/>
              <a:gd name="connsiteY88" fmla="*/ 177356 h 1161397"/>
              <a:gd name="connsiteX89" fmla="*/ 5375773 w 6884912"/>
              <a:gd name="connsiteY89" fmla="*/ 199913 h 1161397"/>
              <a:gd name="connsiteX90" fmla="*/ 5467502 w 6884912"/>
              <a:gd name="connsiteY90" fmla="*/ 250963 h 1161397"/>
              <a:gd name="connsiteX91" fmla="*/ 5592395 w 6884912"/>
              <a:gd name="connsiteY91" fmla="*/ 265434 h 1161397"/>
              <a:gd name="connsiteX92" fmla="*/ 5613532 w 6884912"/>
              <a:gd name="connsiteY92" fmla="*/ 273379 h 1161397"/>
              <a:gd name="connsiteX93" fmla="*/ 5642173 w 6884912"/>
              <a:gd name="connsiteY93" fmla="*/ 266904 h 1161397"/>
              <a:gd name="connsiteX94" fmla="*/ 5756910 w 6884912"/>
              <a:gd name="connsiteY94" fmla="*/ 239211 h 1161397"/>
              <a:gd name="connsiteX95" fmla="*/ 5846667 w 6884912"/>
              <a:gd name="connsiteY95" fmla="*/ 201786 h 1161397"/>
              <a:gd name="connsiteX96" fmla="*/ 5960732 w 6884912"/>
              <a:gd name="connsiteY96" fmla="*/ 220708 h 1161397"/>
              <a:gd name="connsiteX97" fmla="*/ 6029542 w 6884912"/>
              <a:gd name="connsiteY97" fmla="*/ 210339 h 1161397"/>
              <a:gd name="connsiteX98" fmla="*/ 6141123 w 6884912"/>
              <a:gd name="connsiteY98" fmla="*/ 159923 h 1161397"/>
              <a:gd name="connsiteX99" fmla="*/ 6290640 w 6884912"/>
              <a:gd name="connsiteY99" fmla="*/ 167441 h 1161397"/>
              <a:gd name="connsiteX100" fmla="*/ 6322806 w 6884912"/>
              <a:gd name="connsiteY100" fmla="*/ 213293 h 1161397"/>
              <a:gd name="connsiteX101" fmla="*/ 6380420 w 6884912"/>
              <a:gd name="connsiteY101" fmla="*/ 173195 h 1161397"/>
              <a:gd name="connsiteX102" fmla="*/ 6507891 w 6884912"/>
              <a:gd name="connsiteY102" fmla="*/ 118474 h 1161397"/>
              <a:gd name="connsiteX103" fmla="*/ 6571807 w 6884912"/>
              <a:gd name="connsiteY103" fmla="*/ 98636 h 1161397"/>
              <a:gd name="connsiteX104" fmla="*/ 6671880 w 6884912"/>
              <a:gd name="connsiteY104" fmla="*/ 82931 h 1161397"/>
              <a:gd name="connsiteX105" fmla="*/ 6702266 w 6884912"/>
              <a:gd name="connsiteY105" fmla="*/ 75470 h 1161397"/>
              <a:gd name="connsiteX106" fmla="*/ 6845802 w 6884912"/>
              <a:gd name="connsiteY106" fmla="*/ 24496 h 1161397"/>
              <a:gd name="connsiteX107" fmla="*/ 6884912 w 6884912"/>
              <a:gd name="connsiteY107" fmla="*/ 0 h 1161397"/>
              <a:gd name="connsiteX0" fmla="*/ 6884912 w 6884912"/>
              <a:gd name="connsiteY0" fmla="*/ 0 h 1161397"/>
              <a:gd name="connsiteX1" fmla="*/ 6884912 w 6884912"/>
              <a:gd name="connsiteY1" fmla="*/ 1161397 h 1161397"/>
              <a:gd name="connsiteX2" fmla="*/ 0 w 6884912"/>
              <a:gd name="connsiteY2" fmla="*/ 1161397 h 1161397"/>
              <a:gd name="connsiteX3" fmla="*/ 27135 w 6884912"/>
              <a:gd name="connsiteY3" fmla="*/ 1147460 h 1161397"/>
              <a:gd name="connsiteX4" fmla="*/ 115388 w 6884912"/>
              <a:gd name="connsiteY4" fmla="*/ 1159043 h 1161397"/>
              <a:gd name="connsiteX5" fmla="*/ 119094 w 6884912"/>
              <a:gd name="connsiteY5" fmla="*/ 1148463 h 1161397"/>
              <a:gd name="connsiteX6" fmla="*/ 171824 w 6884912"/>
              <a:gd name="connsiteY6" fmla="*/ 1133224 h 1161397"/>
              <a:gd name="connsiteX7" fmla="*/ 512111 w 6884912"/>
              <a:gd name="connsiteY7" fmla="*/ 1085599 h 1161397"/>
              <a:gd name="connsiteX8" fmla="*/ 567875 w 6884912"/>
              <a:gd name="connsiteY8" fmla="*/ 1051976 h 1161397"/>
              <a:gd name="connsiteX9" fmla="*/ 601644 w 6884912"/>
              <a:gd name="connsiteY9" fmla="*/ 1003997 h 1161397"/>
              <a:gd name="connsiteX10" fmla="*/ 651408 w 6884912"/>
              <a:gd name="connsiteY10" fmla="*/ 984938 h 1161397"/>
              <a:gd name="connsiteX11" fmla="*/ 673197 w 6884912"/>
              <a:gd name="connsiteY11" fmla="*/ 1010060 h 1161397"/>
              <a:gd name="connsiteX12" fmla="*/ 723108 w 6884912"/>
              <a:gd name="connsiteY12" fmla="*/ 980081 h 1161397"/>
              <a:gd name="connsiteX13" fmla="*/ 797699 w 6884912"/>
              <a:gd name="connsiteY13" fmla="*/ 931362 h 1161397"/>
              <a:gd name="connsiteX14" fmla="*/ 843359 w 6884912"/>
              <a:gd name="connsiteY14" fmla="*/ 910894 h 1161397"/>
              <a:gd name="connsiteX15" fmla="*/ 965215 w 6884912"/>
              <a:gd name="connsiteY15" fmla="*/ 846701 h 1161397"/>
              <a:gd name="connsiteX16" fmla="*/ 1085080 w 6884912"/>
              <a:gd name="connsiteY16" fmla="*/ 776086 h 1161397"/>
              <a:gd name="connsiteX17" fmla="*/ 1131224 w 6884912"/>
              <a:gd name="connsiteY17" fmla="*/ 706160 h 1161397"/>
              <a:gd name="connsiteX18" fmla="*/ 1138051 w 6884912"/>
              <a:gd name="connsiteY18" fmla="*/ 702034 h 1161397"/>
              <a:gd name="connsiteX19" fmla="*/ 1158800 w 6884912"/>
              <a:gd name="connsiteY19" fmla="*/ 700004 h 1161397"/>
              <a:gd name="connsiteX20" fmla="*/ 1166947 w 6884912"/>
              <a:gd name="connsiteY20" fmla="*/ 700762 h 1161397"/>
              <a:gd name="connsiteX21" fmla="*/ 1178135 w 6884912"/>
              <a:gd name="connsiteY21" fmla="*/ 698631 h 1161397"/>
              <a:gd name="connsiteX22" fmla="*/ 1178301 w 6884912"/>
              <a:gd name="connsiteY22" fmla="*/ 698094 h 1161397"/>
              <a:gd name="connsiteX23" fmla="*/ 1188995 w 6884912"/>
              <a:gd name="connsiteY23" fmla="*/ 697048 h 1161397"/>
              <a:gd name="connsiteX24" fmla="*/ 1242716 w 6884912"/>
              <a:gd name="connsiteY24" fmla="*/ 698052 h 1161397"/>
              <a:gd name="connsiteX25" fmla="*/ 1299977 w 6884912"/>
              <a:gd name="connsiteY25" fmla="*/ 639196 h 1161397"/>
              <a:gd name="connsiteX26" fmla="*/ 1326190 w 6884912"/>
              <a:gd name="connsiteY26" fmla="*/ 625955 h 1161397"/>
              <a:gd name="connsiteX27" fmla="*/ 1339600 w 6884912"/>
              <a:gd name="connsiteY27" fmla="*/ 616295 h 1161397"/>
              <a:gd name="connsiteX28" fmla="*/ 1340054 w 6884912"/>
              <a:gd name="connsiteY28" fmla="*/ 614022 h 1161397"/>
              <a:gd name="connsiteX29" fmla="*/ 1391606 w 6884912"/>
              <a:gd name="connsiteY29" fmla="*/ 615229 h 1161397"/>
              <a:gd name="connsiteX30" fmla="*/ 1397565 w 6884912"/>
              <a:gd name="connsiteY30" fmla="*/ 611490 h 1161397"/>
              <a:gd name="connsiteX31" fmla="*/ 1432302 w 6884912"/>
              <a:gd name="connsiteY31" fmla="*/ 617267 h 1161397"/>
              <a:gd name="connsiteX32" fmla="*/ 1449644 w 6884912"/>
              <a:gd name="connsiteY32" fmla="*/ 617591 h 1161397"/>
              <a:gd name="connsiteX33" fmla="*/ 1455793 w 6884912"/>
              <a:gd name="connsiteY33" fmla="*/ 623174 h 1161397"/>
              <a:gd name="connsiteX34" fmla="*/ 1480758 w 6884912"/>
              <a:gd name="connsiteY34" fmla="*/ 620863 h 1161397"/>
              <a:gd name="connsiteX35" fmla="*/ 1483154 w 6884912"/>
              <a:gd name="connsiteY35" fmla="*/ 618527 h 1161397"/>
              <a:gd name="connsiteX36" fmla="*/ 1505495 w 6884912"/>
              <a:gd name="connsiteY36" fmla="*/ 624325 h 1161397"/>
              <a:gd name="connsiteX37" fmla="*/ 1526340 w 6884912"/>
              <a:gd name="connsiteY37" fmla="*/ 638496 h 1161397"/>
              <a:gd name="connsiteX38" fmla="*/ 1731986 w 6884912"/>
              <a:gd name="connsiteY38" fmla="*/ 589682 h 1161397"/>
              <a:gd name="connsiteX39" fmla="*/ 1927935 w 6884912"/>
              <a:gd name="connsiteY39" fmla="*/ 628540 h 1161397"/>
              <a:gd name="connsiteX40" fmla="*/ 2039075 w 6884912"/>
              <a:gd name="connsiteY40" fmla="*/ 599964 h 1161397"/>
              <a:gd name="connsiteX41" fmla="*/ 2066980 w 6884912"/>
              <a:gd name="connsiteY41" fmla="*/ 550413 h 1161397"/>
              <a:gd name="connsiteX42" fmla="*/ 2352236 w 6884912"/>
              <a:gd name="connsiteY42" fmla="*/ 519602 h 1161397"/>
              <a:gd name="connsiteX43" fmla="*/ 2420791 w 6884912"/>
              <a:gd name="connsiteY43" fmla="*/ 492826 h 1161397"/>
              <a:gd name="connsiteX44" fmla="*/ 2489932 w 6884912"/>
              <a:gd name="connsiteY44" fmla="*/ 507864 h 1161397"/>
              <a:gd name="connsiteX45" fmla="*/ 2512917 w 6884912"/>
              <a:gd name="connsiteY45" fmla="*/ 489127 h 1161397"/>
              <a:gd name="connsiteX46" fmla="*/ 2516783 w 6884912"/>
              <a:gd name="connsiteY46" fmla="*/ 485473 h 1161397"/>
              <a:gd name="connsiteX47" fmla="*/ 2534360 w 6884912"/>
              <a:gd name="connsiteY47" fmla="*/ 480064 h 1161397"/>
              <a:gd name="connsiteX48" fmla="*/ 2536691 w 6884912"/>
              <a:gd name="connsiteY48" fmla="*/ 467018 h 1161397"/>
              <a:gd name="connsiteX49" fmla="*/ 2561265 w 6884912"/>
              <a:gd name="connsiteY49" fmla="*/ 450623 h 1161397"/>
              <a:gd name="connsiteX50" fmla="*/ 2594349 w 6884912"/>
              <a:gd name="connsiteY50" fmla="*/ 443884 h 1161397"/>
              <a:gd name="connsiteX51" fmla="*/ 2754324 w 6884912"/>
              <a:gd name="connsiteY51" fmla="*/ 424766 h 1161397"/>
              <a:gd name="connsiteX52" fmla="*/ 2848470 w 6884912"/>
              <a:gd name="connsiteY52" fmla="*/ 405966 h 1161397"/>
              <a:gd name="connsiteX53" fmla="*/ 2881772 w 6884912"/>
              <a:gd name="connsiteY53" fmla="*/ 387260 h 1161397"/>
              <a:gd name="connsiteX54" fmla="*/ 2929932 w 6884912"/>
              <a:gd name="connsiteY54" fmla="*/ 368912 h 1161397"/>
              <a:gd name="connsiteX55" fmla="*/ 3013020 w 6884912"/>
              <a:gd name="connsiteY55" fmla="*/ 327578 h 1161397"/>
              <a:gd name="connsiteX56" fmla="*/ 3222191 w 6884912"/>
              <a:gd name="connsiteY56" fmla="*/ 307887 h 1161397"/>
              <a:gd name="connsiteX57" fmla="*/ 3227953 w 6884912"/>
              <a:gd name="connsiteY57" fmla="*/ 297650 h 1161397"/>
              <a:gd name="connsiteX58" fmla="*/ 3510042 w 6884912"/>
              <a:gd name="connsiteY58" fmla="*/ 311820 h 1161397"/>
              <a:gd name="connsiteX59" fmla="*/ 3626773 w 6884912"/>
              <a:gd name="connsiteY59" fmla="*/ 290452 h 1161397"/>
              <a:gd name="connsiteX60" fmla="*/ 3666217 w 6884912"/>
              <a:gd name="connsiteY60" fmla="*/ 273255 h 1161397"/>
              <a:gd name="connsiteX61" fmla="*/ 3732427 w 6884912"/>
              <a:gd name="connsiteY61" fmla="*/ 245039 h 1161397"/>
              <a:gd name="connsiteX62" fmla="*/ 3777022 w 6884912"/>
              <a:gd name="connsiteY62" fmla="*/ 200276 h 1161397"/>
              <a:gd name="connsiteX63" fmla="*/ 3791246 w 6884912"/>
              <a:gd name="connsiteY63" fmla="*/ 189996 h 1161397"/>
              <a:gd name="connsiteX64" fmla="*/ 3819864 w 6884912"/>
              <a:gd name="connsiteY64" fmla="*/ 194605 h 1161397"/>
              <a:gd name="connsiteX65" fmla="*/ 3830398 w 6884912"/>
              <a:gd name="connsiteY65" fmla="*/ 188383 h 1161397"/>
              <a:gd name="connsiteX66" fmla="*/ 3834360 w 6884912"/>
              <a:gd name="connsiteY66" fmla="*/ 188992 h 1161397"/>
              <a:gd name="connsiteX67" fmla="*/ 3843715 w 6884912"/>
              <a:gd name="connsiteY67" fmla="*/ 188752 h 1161397"/>
              <a:gd name="connsiteX68" fmla="*/ 3842609 w 6884912"/>
              <a:gd name="connsiteY68" fmla="*/ 197386 h 1161397"/>
              <a:gd name="connsiteX69" fmla="*/ 3853961 w 6884912"/>
              <a:gd name="connsiteY69" fmla="*/ 213380 h 1161397"/>
              <a:gd name="connsiteX70" fmla="*/ 3907640 w 6884912"/>
              <a:gd name="connsiteY70" fmla="*/ 207568 h 1161397"/>
              <a:gd name="connsiteX71" fmla="*/ 3910449 w 6884912"/>
              <a:gd name="connsiteY71" fmla="*/ 197808 h 1161397"/>
              <a:gd name="connsiteX72" fmla="*/ 3917197 w 6884912"/>
              <a:gd name="connsiteY72" fmla="*/ 196121 h 1161397"/>
              <a:gd name="connsiteX73" fmla="*/ 3922400 w 6884912"/>
              <a:gd name="connsiteY73" fmla="*/ 205056 h 1161397"/>
              <a:gd name="connsiteX74" fmla="*/ 4013061 w 6884912"/>
              <a:gd name="connsiteY74" fmla="*/ 224874 h 1161397"/>
              <a:gd name="connsiteX75" fmla="*/ 4220717 w 6884912"/>
              <a:gd name="connsiteY75" fmla="*/ 192946 h 1161397"/>
              <a:gd name="connsiteX76" fmla="*/ 4228802 w 6884912"/>
              <a:gd name="connsiteY76" fmla="*/ 201468 h 1161397"/>
              <a:gd name="connsiteX77" fmla="*/ 4289361 w 6884912"/>
              <a:gd name="connsiteY77" fmla="*/ 196642 h 1161397"/>
              <a:gd name="connsiteX78" fmla="*/ 4498913 w 6884912"/>
              <a:gd name="connsiteY78" fmla="*/ 118915 h 1161397"/>
              <a:gd name="connsiteX79" fmla="*/ 4617330 w 6884912"/>
              <a:gd name="connsiteY79" fmla="*/ 111163 h 1161397"/>
              <a:gd name="connsiteX80" fmla="*/ 4659778 w 6884912"/>
              <a:gd name="connsiteY80" fmla="*/ 118219 h 1161397"/>
              <a:gd name="connsiteX81" fmla="*/ 4730870 w 6884912"/>
              <a:gd name="connsiteY81" fmla="*/ 129432 h 1161397"/>
              <a:gd name="connsiteX82" fmla="*/ 4844073 w 6884912"/>
              <a:gd name="connsiteY82" fmla="*/ 161768 h 1161397"/>
              <a:gd name="connsiteX83" fmla="*/ 4856454 w 6884912"/>
              <a:gd name="connsiteY83" fmla="*/ 130488 h 1161397"/>
              <a:gd name="connsiteX84" fmla="*/ 4920038 w 6884912"/>
              <a:gd name="connsiteY84" fmla="*/ 140418 h 1161397"/>
              <a:gd name="connsiteX85" fmla="*/ 5016639 w 6884912"/>
              <a:gd name="connsiteY85" fmla="*/ 158905 h 1161397"/>
              <a:gd name="connsiteX86" fmla="*/ 5072009 w 6884912"/>
              <a:gd name="connsiteY86" fmla="*/ 161502 h 1161397"/>
              <a:gd name="connsiteX87" fmla="*/ 5223626 w 6884912"/>
              <a:gd name="connsiteY87" fmla="*/ 177356 h 1161397"/>
              <a:gd name="connsiteX88" fmla="*/ 5375773 w 6884912"/>
              <a:gd name="connsiteY88" fmla="*/ 199913 h 1161397"/>
              <a:gd name="connsiteX89" fmla="*/ 5467502 w 6884912"/>
              <a:gd name="connsiteY89" fmla="*/ 250963 h 1161397"/>
              <a:gd name="connsiteX90" fmla="*/ 5592395 w 6884912"/>
              <a:gd name="connsiteY90" fmla="*/ 265434 h 1161397"/>
              <a:gd name="connsiteX91" fmla="*/ 5613532 w 6884912"/>
              <a:gd name="connsiteY91" fmla="*/ 273379 h 1161397"/>
              <a:gd name="connsiteX92" fmla="*/ 5642173 w 6884912"/>
              <a:gd name="connsiteY92" fmla="*/ 266904 h 1161397"/>
              <a:gd name="connsiteX93" fmla="*/ 5756910 w 6884912"/>
              <a:gd name="connsiteY93" fmla="*/ 239211 h 1161397"/>
              <a:gd name="connsiteX94" fmla="*/ 5846667 w 6884912"/>
              <a:gd name="connsiteY94" fmla="*/ 201786 h 1161397"/>
              <a:gd name="connsiteX95" fmla="*/ 5960732 w 6884912"/>
              <a:gd name="connsiteY95" fmla="*/ 220708 h 1161397"/>
              <a:gd name="connsiteX96" fmla="*/ 6029542 w 6884912"/>
              <a:gd name="connsiteY96" fmla="*/ 210339 h 1161397"/>
              <a:gd name="connsiteX97" fmla="*/ 6141123 w 6884912"/>
              <a:gd name="connsiteY97" fmla="*/ 159923 h 1161397"/>
              <a:gd name="connsiteX98" fmla="*/ 6290640 w 6884912"/>
              <a:gd name="connsiteY98" fmla="*/ 167441 h 1161397"/>
              <a:gd name="connsiteX99" fmla="*/ 6322806 w 6884912"/>
              <a:gd name="connsiteY99" fmla="*/ 213293 h 1161397"/>
              <a:gd name="connsiteX100" fmla="*/ 6380420 w 6884912"/>
              <a:gd name="connsiteY100" fmla="*/ 173195 h 1161397"/>
              <a:gd name="connsiteX101" fmla="*/ 6507891 w 6884912"/>
              <a:gd name="connsiteY101" fmla="*/ 118474 h 1161397"/>
              <a:gd name="connsiteX102" fmla="*/ 6571807 w 6884912"/>
              <a:gd name="connsiteY102" fmla="*/ 98636 h 1161397"/>
              <a:gd name="connsiteX103" fmla="*/ 6671880 w 6884912"/>
              <a:gd name="connsiteY103" fmla="*/ 82931 h 1161397"/>
              <a:gd name="connsiteX104" fmla="*/ 6702266 w 6884912"/>
              <a:gd name="connsiteY104" fmla="*/ 75470 h 1161397"/>
              <a:gd name="connsiteX105" fmla="*/ 6845802 w 6884912"/>
              <a:gd name="connsiteY105" fmla="*/ 24496 h 1161397"/>
              <a:gd name="connsiteX106" fmla="*/ 6884912 w 6884912"/>
              <a:gd name="connsiteY106" fmla="*/ 0 h 1161397"/>
              <a:gd name="connsiteX0" fmla="*/ 6884912 w 6884912"/>
              <a:gd name="connsiteY0" fmla="*/ 0 h 1161397"/>
              <a:gd name="connsiteX1" fmla="*/ 6884912 w 6884912"/>
              <a:gd name="connsiteY1" fmla="*/ 1161397 h 1161397"/>
              <a:gd name="connsiteX2" fmla="*/ 0 w 6884912"/>
              <a:gd name="connsiteY2" fmla="*/ 1161397 h 1161397"/>
              <a:gd name="connsiteX3" fmla="*/ 27135 w 6884912"/>
              <a:gd name="connsiteY3" fmla="*/ 1147460 h 1161397"/>
              <a:gd name="connsiteX4" fmla="*/ 115388 w 6884912"/>
              <a:gd name="connsiteY4" fmla="*/ 1159043 h 1161397"/>
              <a:gd name="connsiteX5" fmla="*/ 119094 w 6884912"/>
              <a:gd name="connsiteY5" fmla="*/ 1148463 h 1161397"/>
              <a:gd name="connsiteX6" fmla="*/ 171824 w 6884912"/>
              <a:gd name="connsiteY6" fmla="*/ 1133224 h 1161397"/>
              <a:gd name="connsiteX7" fmla="*/ 567875 w 6884912"/>
              <a:gd name="connsiteY7" fmla="*/ 1051976 h 1161397"/>
              <a:gd name="connsiteX8" fmla="*/ 601644 w 6884912"/>
              <a:gd name="connsiteY8" fmla="*/ 1003997 h 1161397"/>
              <a:gd name="connsiteX9" fmla="*/ 651408 w 6884912"/>
              <a:gd name="connsiteY9" fmla="*/ 984938 h 1161397"/>
              <a:gd name="connsiteX10" fmla="*/ 673197 w 6884912"/>
              <a:gd name="connsiteY10" fmla="*/ 1010060 h 1161397"/>
              <a:gd name="connsiteX11" fmla="*/ 723108 w 6884912"/>
              <a:gd name="connsiteY11" fmla="*/ 980081 h 1161397"/>
              <a:gd name="connsiteX12" fmla="*/ 797699 w 6884912"/>
              <a:gd name="connsiteY12" fmla="*/ 931362 h 1161397"/>
              <a:gd name="connsiteX13" fmla="*/ 843359 w 6884912"/>
              <a:gd name="connsiteY13" fmla="*/ 910894 h 1161397"/>
              <a:gd name="connsiteX14" fmla="*/ 965215 w 6884912"/>
              <a:gd name="connsiteY14" fmla="*/ 846701 h 1161397"/>
              <a:gd name="connsiteX15" fmla="*/ 1085080 w 6884912"/>
              <a:gd name="connsiteY15" fmla="*/ 776086 h 1161397"/>
              <a:gd name="connsiteX16" fmla="*/ 1131224 w 6884912"/>
              <a:gd name="connsiteY16" fmla="*/ 706160 h 1161397"/>
              <a:gd name="connsiteX17" fmla="*/ 1138051 w 6884912"/>
              <a:gd name="connsiteY17" fmla="*/ 702034 h 1161397"/>
              <a:gd name="connsiteX18" fmla="*/ 1158800 w 6884912"/>
              <a:gd name="connsiteY18" fmla="*/ 700004 h 1161397"/>
              <a:gd name="connsiteX19" fmla="*/ 1166947 w 6884912"/>
              <a:gd name="connsiteY19" fmla="*/ 700762 h 1161397"/>
              <a:gd name="connsiteX20" fmla="*/ 1178135 w 6884912"/>
              <a:gd name="connsiteY20" fmla="*/ 698631 h 1161397"/>
              <a:gd name="connsiteX21" fmla="*/ 1178301 w 6884912"/>
              <a:gd name="connsiteY21" fmla="*/ 698094 h 1161397"/>
              <a:gd name="connsiteX22" fmla="*/ 1188995 w 6884912"/>
              <a:gd name="connsiteY22" fmla="*/ 697048 h 1161397"/>
              <a:gd name="connsiteX23" fmla="*/ 1242716 w 6884912"/>
              <a:gd name="connsiteY23" fmla="*/ 698052 h 1161397"/>
              <a:gd name="connsiteX24" fmla="*/ 1299977 w 6884912"/>
              <a:gd name="connsiteY24" fmla="*/ 639196 h 1161397"/>
              <a:gd name="connsiteX25" fmla="*/ 1326190 w 6884912"/>
              <a:gd name="connsiteY25" fmla="*/ 625955 h 1161397"/>
              <a:gd name="connsiteX26" fmla="*/ 1339600 w 6884912"/>
              <a:gd name="connsiteY26" fmla="*/ 616295 h 1161397"/>
              <a:gd name="connsiteX27" fmla="*/ 1340054 w 6884912"/>
              <a:gd name="connsiteY27" fmla="*/ 614022 h 1161397"/>
              <a:gd name="connsiteX28" fmla="*/ 1391606 w 6884912"/>
              <a:gd name="connsiteY28" fmla="*/ 615229 h 1161397"/>
              <a:gd name="connsiteX29" fmla="*/ 1397565 w 6884912"/>
              <a:gd name="connsiteY29" fmla="*/ 611490 h 1161397"/>
              <a:gd name="connsiteX30" fmla="*/ 1432302 w 6884912"/>
              <a:gd name="connsiteY30" fmla="*/ 617267 h 1161397"/>
              <a:gd name="connsiteX31" fmla="*/ 1449644 w 6884912"/>
              <a:gd name="connsiteY31" fmla="*/ 617591 h 1161397"/>
              <a:gd name="connsiteX32" fmla="*/ 1455793 w 6884912"/>
              <a:gd name="connsiteY32" fmla="*/ 623174 h 1161397"/>
              <a:gd name="connsiteX33" fmla="*/ 1480758 w 6884912"/>
              <a:gd name="connsiteY33" fmla="*/ 620863 h 1161397"/>
              <a:gd name="connsiteX34" fmla="*/ 1483154 w 6884912"/>
              <a:gd name="connsiteY34" fmla="*/ 618527 h 1161397"/>
              <a:gd name="connsiteX35" fmla="*/ 1505495 w 6884912"/>
              <a:gd name="connsiteY35" fmla="*/ 624325 h 1161397"/>
              <a:gd name="connsiteX36" fmla="*/ 1526340 w 6884912"/>
              <a:gd name="connsiteY36" fmla="*/ 638496 h 1161397"/>
              <a:gd name="connsiteX37" fmla="*/ 1731986 w 6884912"/>
              <a:gd name="connsiteY37" fmla="*/ 589682 h 1161397"/>
              <a:gd name="connsiteX38" fmla="*/ 1927935 w 6884912"/>
              <a:gd name="connsiteY38" fmla="*/ 628540 h 1161397"/>
              <a:gd name="connsiteX39" fmla="*/ 2039075 w 6884912"/>
              <a:gd name="connsiteY39" fmla="*/ 599964 h 1161397"/>
              <a:gd name="connsiteX40" fmla="*/ 2066980 w 6884912"/>
              <a:gd name="connsiteY40" fmla="*/ 550413 h 1161397"/>
              <a:gd name="connsiteX41" fmla="*/ 2352236 w 6884912"/>
              <a:gd name="connsiteY41" fmla="*/ 519602 h 1161397"/>
              <a:gd name="connsiteX42" fmla="*/ 2420791 w 6884912"/>
              <a:gd name="connsiteY42" fmla="*/ 492826 h 1161397"/>
              <a:gd name="connsiteX43" fmla="*/ 2489932 w 6884912"/>
              <a:gd name="connsiteY43" fmla="*/ 507864 h 1161397"/>
              <a:gd name="connsiteX44" fmla="*/ 2512917 w 6884912"/>
              <a:gd name="connsiteY44" fmla="*/ 489127 h 1161397"/>
              <a:gd name="connsiteX45" fmla="*/ 2516783 w 6884912"/>
              <a:gd name="connsiteY45" fmla="*/ 485473 h 1161397"/>
              <a:gd name="connsiteX46" fmla="*/ 2534360 w 6884912"/>
              <a:gd name="connsiteY46" fmla="*/ 480064 h 1161397"/>
              <a:gd name="connsiteX47" fmla="*/ 2536691 w 6884912"/>
              <a:gd name="connsiteY47" fmla="*/ 467018 h 1161397"/>
              <a:gd name="connsiteX48" fmla="*/ 2561265 w 6884912"/>
              <a:gd name="connsiteY48" fmla="*/ 450623 h 1161397"/>
              <a:gd name="connsiteX49" fmla="*/ 2594349 w 6884912"/>
              <a:gd name="connsiteY49" fmla="*/ 443884 h 1161397"/>
              <a:gd name="connsiteX50" fmla="*/ 2754324 w 6884912"/>
              <a:gd name="connsiteY50" fmla="*/ 424766 h 1161397"/>
              <a:gd name="connsiteX51" fmla="*/ 2848470 w 6884912"/>
              <a:gd name="connsiteY51" fmla="*/ 405966 h 1161397"/>
              <a:gd name="connsiteX52" fmla="*/ 2881772 w 6884912"/>
              <a:gd name="connsiteY52" fmla="*/ 387260 h 1161397"/>
              <a:gd name="connsiteX53" fmla="*/ 2929932 w 6884912"/>
              <a:gd name="connsiteY53" fmla="*/ 368912 h 1161397"/>
              <a:gd name="connsiteX54" fmla="*/ 3013020 w 6884912"/>
              <a:gd name="connsiteY54" fmla="*/ 327578 h 1161397"/>
              <a:gd name="connsiteX55" fmla="*/ 3222191 w 6884912"/>
              <a:gd name="connsiteY55" fmla="*/ 307887 h 1161397"/>
              <a:gd name="connsiteX56" fmla="*/ 3227953 w 6884912"/>
              <a:gd name="connsiteY56" fmla="*/ 297650 h 1161397"/>
              <a:gd name="connsiteX57" fmla="*/ 3510042 w 6884912"/>
              <a:gd name="connsiteY57" fmla="*/ 311820 h 1161397"/>
              <a:gd name="connsiteX58" fmla="*/ 3626773 w 6884912"/>
              <a:gd name="connsiteY58" fmla="*/ 290452 h 1161397"/>
              <a:gd name="connsiteX59" fmla="*/ 3666217 w 6884912"/>
              <a:gd name="connsiteY59" fmla="*/ 273255 h 1161397"/>
              <a:gd name="connsiteX60" fmla="*/ 3732427 w 6884912"/>
              <a:gd name="connsiteY60" fmla="*/ 245039 h 1161397"/>
              <a:gd name="connsiteX61" fmla="*/ 3777022 w 6884912"/>
              <a:gd name="connsiteY61" fmla="*/ 200276 h 1161397"/>
              <a:gd name="connsiteX62" fmla="*/ 3791246 w 6884912"/>
              <a:gd name="connsiteY62" fmla="*/ 189996 h 1161397"/>
              <a:gd name="connsiteX63" fmla="*/ 3819864 w 6884912"/>
              <a:gd name="connsiteY63" fmla="*/ 194605 h 1161397"/>
              <a:gd name="connsiteX64" fmla="*/ 3830398 w 6884912"/>
              <a:gd name="connsiteY64" fmla="*/ 188383 h 1161397"/>
              <a:gd name="connsiteX65" fmla="*/ 3834360 w 6884912"/>
              <a:gd name="connsiteY65" fmla="*/ 188992 h 1161397"/>
              <a:gd name="connsiteX66" fmla="*/ 3843715 w 6884912"/>
              <a:gd name="connsiteY66" fmla="*/ 188752 h 1161397"/>
              <a:gd name="connsiteX67" fmla="*/ 3842609 w 6884912"/>
              <a:gd name="connsiteY67" fmla="*/ 197386 h 1161397"/>
              <a:gd name="connsiteX68" fmla="*/ 3853961 w 6884912"/>
              <a:gd name="connsiteY68" fmla="*/ 213380 h 1161397"/>
              <a:gd name="connsiteX69" fmla="*/ 3907640 w 6884912"/>
              <a:gd name="connsiteY69" fmla="*/ 207568 h 1161397"/>
              <a:gd name="connsiteX70" fmla="*/ 3910449 w 6884912"/>
              <a:gd name="connsiteY70" fmla="*/ 197808 h 1161397"/>
              <a:gd name="connsiteX71" fmla="*/ 3917197 w 6884912"/>
              <a:gd name="connsiteY71" fmla="*/ 196121 h 1161397"/>
              <a:gd name="connsiteX72" fmla="*/ 3922400 w 6884912"/>
              <a:gd name="connsiteY72" fmla="*/ 205056 h 1161397"/>
              <a:gd name="connsiteX73" fmla="*/ 4013061 w 6884912"/>
              <a:gd name="connsiteY73" fmla="*/ 224874 h 1161397"/>
              <a:gd name="connsiteX74" fmla="*/ 4220717 w 6884912"/>
              <a:gd name="connsiteY74" fmla="*/ 192946 h 1161397"/>
              <a:gd name="connsiteX75" fmla="*/ 4228802 w 6884912"/>
              <a:gd name="connsiteY75" fmla="*/ 201468 h 1161397"/>
              <a:gd name="connsiteX76" fmla="*/ 4289361 w 6884912"/>
              <a:gd name="connsiteY76" fmla="*/ 196642 h 1161397"/>
              <a:gd name="connsiteX77" fmla="*/ 4498913 w 6884912"/>
              <a:gd name="connsiteY77" fmla="*/ 118915 h 1161397"/>
              <a:gd name="connsiteX78" fmla="*/ 4617330 w 6884912"/>
              <a:gd name="connsiteY78" fmla="*/ 111163 h 1161397"/>
              <a:gd name="connsiteX79" fmla="*/ 4659778 w 6884912"/>
              <a:gd name="connsiteY79" fmla="*/ 118219 h 1161397"/>
              <a:gd name="connsiteX80" fmla="*/ 4730870 w 6884912"/>
              <a:gd name="connsiteY80" fmla="*/ 129432 h 1161397"/>
              <a:gd name="connsiteX81" fmla="*/ 4844073 w 6884912"/>
              <a:gd name="connsiteY81" fmla="*/ 161768 h 1161397"/>
              <a:gd name="connsiteX82" fmla="*/ 4856454 w 6884912"/>
              <a:gd name="connsiteY82" fmla="*/ 130488 h 1161397"/>
              <a:gd name="connsiteX83" fmla="*/ 4920038 w 6884912"/>
              <a:gd name="connsiteY83" fmla="*/ 140418 h 1161397"/>
              <a:gd name="connsiteX84" fmla="*/ 5016639 w 6884912"/>
              <a:gd name="connsiteY84" fmla="*/ 158905 h 1161397"/>
              <a:gd name="connsiteX85" fmla="*/ 5072009 w 6884912"/>
              <a:gd name="connsiteY85" fmla="*/ 161502 h 1161397"/>
              <a:gd name="connsiteX86" fmla="*/ 5223626 w 6884912"/>
              <a:gd name="connsiteY86" fmla="*/ 177356 h 1161397"/>
              <a:gd name="connsiteX87" fmla="*/ 5375773 w 6884912"/>
              <a:gd name="connsiteY87" fmla="*/ 199913 h 1161397"/>
              <a:gd name="connsiteX88" fmla="*/ 5467502 w 6884912"/>
              <a:gd name="connsiteY88" fmla="*/ 250963 h 1161397"/>
              <a:gd name="connsiteX89" fmla="*/ 5592395 w 6884912"/>
              <a:gd name="connsiteY89" fmla="*/ 265434 h 1161397"/>
              <a:gd name="connsiteX90" fmla="*/ 5613532 w 6884912"/>
              <a:gd name="connsiteY90" fmla="*/ 273379 h 1161397"/>
              <a:gd name="connsiteX91" fmla="*/ 5642173 w 6884912"/>
              <a:gd name="connsiteY91" fmla="*/ 266904 h 1161397"/>
              <a:gd name="connsiteX92" fmla="*/ 5756910 w 6884912"/>
              <a:gd name="connsiteY92" fmla="*/ 239211 h 1161397"/>
              <a:gd name="connsiteX93" fmla="*/ 5846667 w 6884912"/>
              <a:gd name="connsiteY93" fmla="*/ 201786 h 1161397"/>
              <a:gd name="connsiteX94" fmla="*/ 5960732 w 6884912"/>
              <a:gd name="connsiteY94" fmla="*/ 220708 h 1161397"/>
              <a:gd name="connsiteX95" fmla="*/ 6029542 w 6884912"/>
              <a:gd name="connsiteY95" fmla="*/ 210339 h 1161397"/>
              <a:gd name="connsiteX96" fmla="*/ 6141123 w 6884912"/>
              <a:gd name="connsiteY96" fmla="*/ 159923 h 1161397"/>
              <a:gd name="connsiteX97" fmla="*/ 6290640 w 6884912"/>
              <a:gd name="connsiteY97" fmla="*/ 167441 h 1161397"/>
              <a:gd name="connsiteX98" fmla="*/ 6322806 w 6884912"/>
              <a:gd name="connsiteY98" fmla="*/ 213293 h 1161397"/>
              <a:gd name="connsiteX99" fmla="*/ 6380420 w 6884912"/>
              <a:gd name="connsiteY99" fmla="*/ 173195 h 1161397"/>
              <a:gd name="connsiteX100" fmla="*/ 6507891 w 6884912"/>
              <a:gd name="connsiteY100" fmla="*/ 118474 h 1161397"/>
              <a:gd name="connsiteX101" fmla="*/ 6571807 w 6884912"/>
              <a:gd name="connsiteY101" fmla="*/ 98636 h 1161397"/>
              <a:gd name="connsiteX102" fmla="*/ 6671880 w 6884912"/>
              <a:gd name="connsiteY102" fmla="*/ 82931 h 1161397"/>
              <a:gd name="connsiteX103" fmla="*/ 6702266 w 6884912"/>
              <a:gd name="connsiteY103" fmla="*/ 75470 h 1161397"/>
              <a:gd name="connsiteX104" fmla="*/ 6845802 w 6884912"/>
              <a:gd name="connsiteY104" fmla="*/ 24496 h 1161397"/>
              <a:gd name="connsiteX105" fmla="*/ 6884912 w 6884912"/>
              <a:gd name="connsiteY105" fmla="*/ 0 h 1161397"/>
              <a:gd name="connsiteX0" fmla="*/ 6884912 w 6884912"/>
              <a:gd name="connsiteY0" fmla="*/ 0 h 1161397"/>
              <a:gd name="connsiteX1" fmla="*/ 6884912 w 6884912"/>
              <a:gd name="connsiteY1" fmla="*/ 1161397 h 1161397"/>
              <a:gd name="connsiteX2" fmla="*/ 0 w 6884912"/>
              <a:gd name="connsiteY2" fmla="*/ 1161397 h 1161397"/>
              <a:gd name="connsiteX3" fmla="*/ 27135 w 6884912"/>
              <a:gd name="connsiteY3" fmla="*/ 1147460 h 1161397"/>
              <a:gd name="connsiteX4" fmla="*/ 115388 w 6884912"/>
              <a:gd name="connsiteY4" fmla="*/ 1159043 h 1161397"/>
              <a:gd name="connsiteX5" fmla="*/ 119094 w 6884912"/>
              <a:gd name="connsiteY5" fmla="*/ 1148463 h 1161397"/>
              <a:gd name="connsiteX6" fmla="*/ 171824 w 6884912"/>
              <a:gd name="connsiteY6" fmla="*/ 1133224 h 1161397"/>
              <a:gd name="connsiteX7" fmla="*/ 454970 w 6884912"/>
              <a:gd name="connsiteY7" fmla="*/ 1023343 h 1161397"/>
              <a:gd name="connsiteX8" fmla="*/ 601644 w 6884912"/>
              <a:gd name="connsiteY8" fmla="*/ 1003997 h 1161397"/>
              <a:gd name="connsiteX9" fmla="*/ 651408 w 6884912"/>
              <a:gd name="connsiteY9" fmla="*/ 984938 h 1161397"/>
              <a:gd name="connsiteX10" fmla="*/ 673197 w 6884912"/>
              <a:gd name="connsiteY10" fmla="*/ 1010060 h 1161397"/>
              <a:gd name="connsiteX11" fmla="*/ 723108 w 6884912"/>
              <a:gd name="connsiteY11" fmla="*/ 980081 h 1161397"/>
              <a:gd name="connsiteX12" fmla="*/ 797699 w 6884912"/>
              <a:gd name="connsiteY12" fmla="*/ 931362 h 1161397"/>
              <a:gd name="connsiteX13" fmla="*/ 843359 w 6884912"/>
              <a:gd name="connsiteY13" fmla="*/ 910894 h 1161397"/>
              <a:gd name="connsiteX14" fmla="*/ 965215 w 6884912"/>
              <a:gd name="connsiteY14" fmla="*/ 846701 h 1161397"/>
              <a:gd name="connsiteX15" fmla="*/ 1085080 w 6884912"/>
              <a:gd name="connsiteY15" fmla="*/ 776086 h 1161397"/>
              <a:gd name="connsiteX16" fmla="*/ 1131224 w 6884912"/>
              <a:gd name="connsiteY16" fmla="*/ 706160 h 1161397"/>
              <a:gd name="connsiteX17" fmla="*/ 1138051 w 6884912"/>
              <a:gd name="connsiteY17" fmla="*/ 702034 h 1161397"/>
              <a:gd name="connsiteX18" fmla="*/ 1158800 w 6884912"/>
              <a:gd name="connsiteY18" fmla="*/ 700004 h 1161397"/>
              <a:gd name="connsiteX19" fmla="*/ 1166947 w 6884912"/>
              <a:gd name="connsiteY19" fmla="*/ 700762 h 1161397"/>
              <a:gd name="connsiteX20" fmla="*/ 1178135 w 6884912"/>
              <a:gd name="connsiteY20" fmla="*/ 698631 h 1161397"/>
              <a:gd name="connsiteX21" fmla="*/ 1178301 w 6884912"/>
              <a:gd name="connsiteY21" fmla="*/ 698094 h 1161397"/>
              <a:gd name="connsiteX22" fmla="*/ 1188995 w 6884912"/>
              <a:gd name="connsiteY22" fmla="*/ 697048 h 1161397"/>
              <a:gd name="connsiteX23" fmla="*/ 1242716 w 6884912"/>
              <a:gd name="connsiteY23" fmla="*/ 698052 h 1161397"/>
              <a:gd name="connsiteX24" fmla="*/ 1299977 w 6884912"/>
              <a:gd name="connsiteY24" fmla="*/ 639196 h 1161397"/>
              <a:gd name="connsiteX25" fmla="*/ 1326190 w 6884912"/>
              <a:gd name="connsiteY25" fmla="*/ 625955 h 1161397"/>
              <a:gd name="connsiteX26" fmla="*/ 1339600 w 6884912"/>
              <a:gd name="connsiteY26" fmla="*/ 616295 h 1161397"/>
              <a:gd name="connsiteX27" fmla="*/ 1340054 w 6884912"/>
              <a:gd name="connsiteY27" fmla="*/ 614022 h 1161397"/>
              <a:gd name="connsiteX28" fmla="*/ 1391606 w 6884912"/>
              <a:gd name="connsiteY28" fmla="*/ 615229 h 1161397"/>
              <a:gd name="connsiteX29" fmla="*/ 1397565 w 6884912"/>
              <a:gd name="connsiteY29" fmla="*/ 611490 h 1161397"/>
              <a:gd name="connsiteX30" fmla="*/ 1432302 w 6884912"/>
              <a:gd name="connsiteY30" fmla="*/ 617267 h 1161397"/>
              <a:gd name="connsiteX31" fmla="*/ 1449644 w 6884912"/>
              <a:gd name="connsiteY31" fmla="*/ 617591 h 1161397"/>
              <a:gd name="connsiteX32" fmla="*/ 1455793 w 6884912"/>
              <a:gd name="connsiteY32" fmla="*/ 623174 h 1161397"/>
              <a:gd name="connsiteX33" fmla="*/ 1480758 w 6884912"/>
              <a:gd name="connsiteY33" fmla="*/ 620863 h 1161397"/>
              <a:gd name="connsiteX34" fmla="*/ 1483154 w 6884912"/>
              <a:gd name="connsiteY34" fmla="*/ 618527 h 1161397"/>
              <a:gd name="connsiteX35" fmla="*/ 1505495 w 6884912"/>
              <a:gd name="connsiteY35" fmla="*/ 624325 h 1161397"/>
              <a:gd name="connsiteX36" fmla="*/ 1526340 w 6884912"/>
              <a:gd name="connsiteY36" fmla="*/ 638496 h 1161397"/>
              <a:gd name="connsiteX37" fmla="*/ 1731986 w 6884912"/>
              <a:gd name="connsiteY37" fmla="*/ 589682 h 1161397"/>
              <a:gd name="connsiteX38" fmla="*/ 1927935 w 6884912"/>
              <a:gd name="connsiteY38" fmla="*/ 628540 h 1161397"/>
              <a:gd name="connsiteX39" fmla="*/ 2039075 w 6884912"/>
              <a:gd name="connsiteY39" fmla="*/ 599964 h 1161397"/>
              <a:gd name="connsiteX40" fmla="*/ 2066980 w 6884912"/>
              <a:gd name="connsiteY40" fmla="*/ 550413 h 1161397"/>
              <a:gd name="connsiteX41" fmla="*/ 2352236 w 6884912"/>
              <a:gd name="connsiteY41" fmla="*/ 519602 h 1161397"/>
              <a:gd name="connsiteX42" fmla="*/ 2420791 w 6884912"/>
              <a:gd name="connsiteY42" fmla="*/ 492826 h 1161397"/>
              <a:gd name="connsiteX43" fmla="*/ 2489932 w 6884912"/>
              <a:gd name="connsiteY43" fmla="*/ 507864 h 1161397"/>
              <a:gd name="connsiteX44" fmla="*/ 2512917 w 6884912"/>
              <a:gd name="connsiteY44" fmla="*/ 489127 h 1161397"/>
              <a:gd name="connsiteX45" fmla="*/ 2516783 w 6884912"/>
              <a:gd name="connsiteY45" fmla="*/ 485473 h 1161397"/>
              <a:gd name="connsiteX46" fmla="*/ 2534360 w 6884912"/>
              <a:gd name="connsiteY46" fmla="*/ 480064 h 1161397"/>
              <a:gd name="connsiteX47" fmla="*/ 2536691 w 6884912"/>
              <a:gd name="connsiteY47" fmla="*/ 467018 h 1161397"/>
              <a:gd name="connsiteX48" fmla="*/ 2561265 w 6884912"/>
              <a:gd name="connsiteY48" fmla="*/ 450623 h 1161397"/>
              <a:gd name="connsiteX49" fmla="*/ 2594349 w 6884912"/>
              <a:gd name="connsiteY49" fmla="*/ 443884 h 1161397"/>
              <a:gd name="connsiteX50" fmla="*/ 2754324 w 6884912"/>
              <a:gd name="connsiteY50" fmla="*/ 424766 h 1161397"/>
              <a:gd name="connsiteX51" fmla="*/ 2848470 w 6884912"/>
              <a:gd name="connsiteY51" fmla="*/ 405966 h 1161397"/>
              <a:gd name="connsiteX52" fmla="*/ 2881772 w 6884912"/>
              <a:gd name="connsiteY52" fmla="*/ 387260 h 1161397"/>
              <a:gd name="connsiteX53" fmla="*/ 2929932 w 6884912"/>
              <a:gd name="connsiteY53" fmla="*/ 368912 h 1161397"/>
              <a:gd name="connsiteX54" fmla="*/ 3013020 w 6884912"/>
              <a:gd name="connsiteY54" fmla="*/ 327578 h 1161397"/>
              <a:gd name="connsiteX55" fmla="*/ 3222191 w 6884912"/>
              <a:gd name="connsiteY55" fmla="*/ 307887 h 1161397"/>
              <a:gd name="connsiteX56" fmla="*/ 3227953 w 6884912"/>
              <a:gd name="connsiteY56" fmla="*/ 297650 h 1161397"/>
              <a:gd name="connsiteX57" fmla="*/ 3510042 w 6884912"/>
              <a:gd name="connsiteY57" fmla="*/ 311820 h 1161397"/>
              <a:gd name="connsiteX58" fmla="*/ 3626773 w 6884912"/>
              <a:gd name="connsiteY58" fmla="*/ 290452 h 1161397"/>
              <a:gd name="connsiteX59" fmla="*/ 3666217 w 6884912"/>
              <a:gd name="connsiteY59" fmla="*/ 273255 h 1161397"/>
              <a:gd name="connsiteX60" fmla="*/ 3732427 w 6884912"/>
              <a:gd name="connsiteY60" fmla="*/ 245039 h 1161397"/>
              <a:gd name="connsiteX61" fmla="*/ 3777022 w 6884912"/>
              <a:gd name="connsiteY61" fmla="*/ 200276 h 1161397"/>
              <a:gd name="connsiteX62" fmla="*/ 3791246 w 6884912"/>
              <a:gd name="connsiteY62" fmla="*/ 189996 h 1161397"/>
              <a:gd name="connsiteX63" fmla="*/ 3819864 w 6884912"/>
              <a:gd name="connsiteY63" fmla="*/ 194605 h 1161397"/>
              <a:gd name="connsiteX64" fmla="*/ 3830398 w 6884912"/>
              <a:gd name="connsiteY64" fmla="*/ 188383 h 1161397"/>
              <a:gd name="connsiteX65" fmla="*/ 3834360 w 6884912"/>
              <a:gd name="connsiteY65" fmla="*/ 188992 h 1161397"/>
              <a:gd name="connsiteX66" fmla="*/ 3843715 w 6884912"/>
              <a:gd name="connsiteY66" fmla="*/ 188752 h 1161397"/>
              <a:gd name="connsiteX67" fmla="*/ 3842609 w 6884912"/>
              <a:gd name="connsiteY67" fmla="*/ 197386 h 1161397"/>
              <a:gd name="connsiteX68" fmla="*/ 3853961 w 6884912"/>
              <a:gd name="connsiteY68" fmla="*/ 213380 h 1161397"/>
              <a:gd name="connsiteX69" fmla="*/ 3907640 w 6884912"/>
              <a:gd name="connsiteY69" fmla="*/ 207568 h 1161397"/>
              <a:gd name="connsiteX70" fmla="*/ 3910449 w 6884912"/>
              <a:gd name="connsiteY70" fmla="*/ 197808 h 1161397"/>
              <a:gd name="connsiteX71" fmla="*/ 3917197 w 6884912"/>
              <a:gd name="connsiteY71" fmla="*/ 196121 h 1161397"/>
              <a:gd name="connsiteX72" fmla="*/ 3922400 w 6884912"/>
              <a:gd name="connsiteY72" fmla="*/ 205056 h 1161397"/>
              <a:gd name="connsiteX73" fmla="*/ 4013061 w 6884912"/>
              <a:gd name="connsiteY73" fmla="*/ 224874 h 1161397"/>
              <a:gd name="connsiteX74" fmla="*/ 4220717 w 6884912"/>
              <a:gd name="connsiteY74" fmla="*/ 192946 h 1161397"/>
              <a:gd name="connsiteX75" fmla="*/ 4228802 w 6884912"/>
              <a:gd name="connsiteY75" fmla="*/ 201468 h 1161397"/>
              <a:gd name="connsiteX76" fmla="*/ 4289361 w 6884912"/>
              <a:gd name="connsiteY76" fmla="*/ 196642 h 1161397"/>
              <a:gd name="connsiteX77" fmla="*/ 4498913 w 6884912"/>
              <a:gd name="connsiteY77" fmla="*/ 118915 h 1161397"/>
              <a:gd name="connsiteX78" fmla="*/ 4617330 w 6884912"/>
              <a:gd name="connsiteY78" fmla="*/ 111163 h 1161397"/>
              <a:gd name="connsiteX79" fmla="*/ 4659778 w 6884912"/>
              <a:gd name="connsiteY79" fmla="*/ 118219 h 1161397"/>
              <a:gd name="connsiteX80" fmla="*/ 4730870 w 6884912"/>
              <a:gd name="connsiteY80" fmla="*/ 129432 h 1161397"/>
              <a:gd name="connsiteX81" fmla="*/ 4844073 w 6884912"/>
              <a:gd name="connsiteY81" fmla="*/ 161768 h 1161397"/>
              <a:gd name="connsiteX82" fmla="*/ 4856454 w 6884912"/>
              <a:gd name="connsiteY82" fmla="*/ 130488 h 1161397"/>
              <a:gd name="connsiteX83" fmla="*/ 4920038 w 6884912"/>
              <a:gd name="connsiteY83" fmla="*/ 140418 h 1161397"/>
              <a:gd name="connsiteX84" fmla="*/ 5016639 w 6884912"/>
              <a:gd name="connsiteY84" fmla="*/ 158905 h 1161397"/>
              <a:gd name="connsiteX85" fmla="*/ 5072009 w 6884912"/>
              <a:gd name="connsiteY85" fmla="*/ 161502 h 1161397"/>
              <a:gd name="connsiteX86" fmla="*/ 5223626 w 6884912"/>
              <a:gd name="connsiteY86" fmla="*/ 177356 h 1161397"/>
              <a:gd name="connsiteX87" fmla="*/ 5375773 w 6884912"/>
              <a:gd name="connsiteY87" fmla="*/ 199913 h 1161397"/>
              <a:gd name="connsiteX88" fmla="*/ 5467502 w 6884912"/>
              <a:gd name="connsiteY88" fmla="*/ 250963 h 1161397"/>
              <a:gd name="connsiteX89" fmla="*/ 5592395 w 6884912"/>
              <a:gd name="connsiteY89" fmla="*/ 265434 h 1161397"/>
              <a:gd name="connsiteX90" fmla="*/ 5613532 w 6884912"/>
              <a:gd name="connsiteY90" fmla="*/ 273379 h 1161397"/>
              <a:gd name="connsiteX91" fmla="*/ 5642173 w 6884912"/>
              <a:gd name="connsiteY91" fmla="*/ 266904 h 1161397"/>
              <a:gd name="connsiteX92" fmla="*/ 5756910 w 6884912"/>
              <a:gd name="connsiteY92" fmla="*/ 239211 h 1161397"/>
              <a:gd name="connsiteX93" fmla="*/ 5846667 w 6884912"/>
              <a:gd name="connsiteY93" fmla="*/ 201786 h 1161397"/>
              <a:gd name="connsiteX94" fmla="*/ 5960732 w 6884912"/>
              <a:gd name="connsiteY94" fmla="*/ 220708 h 1161397"/>
              <a:gd name="connsiteX95" fmla="*/ 6029542 w 6884912"/>
              <a:gd name="connsiteY95" fmla="*/ 210339 h 1161397"/>
              <a:gd name="connsiteX96" fmla="*/ 6141123 w 6884912"/>
              <a:gd name="connsiteY96" fmla="*/ 159923 h 1161397"/>
              <a:gd name="connsiteX97" fmla="*/ 6290640 w 6884912"/>
              <a:gd name="connsiteY97" fmla="*/ 167441 h 1161397"/>
              <a:gd name="connsiteX98" fmla="*/ 6322806 w 6884912"/>
              <a:gd name="connsiteY98" fmla="*/ 213293 h 1161397"/>
              <a:gd name="connsiteX99" fmla="*/ 6380420 w 6884912"/>
              <a:gd name="connsiteY99" fmla="*/ 173195 h 1161397"/>
              <a:gd name="connsiteX100" fmla="*/ 6507891 w 6884912"/>
              <a:gd name="connsiteY100" fmla="*/ 118474 h 1161397"/>
              <a:gd name="connsiteX101" fmla="*/ 6571807 w 6884912"/>
              <a:gd name="connsiteY101" fmla="*/ 98636 h 1161397"/>
              <a:gd name="connsiteX102" fmla="*/ 6671880 w 6884912"/>
              <a:gd name="connsiteY102" fmla="*/ 82931 h 1161397"/>
              <a:gd name="connsiteX103" fmla="*/ 6702266 w 6884912"/>
              <a:gd name="connsiteY103" fmla="*/ 75470 h 1161397"/>
              <a:gd name="connsiteX104" fmla="*/ 6845802 w 6884912"/>
              <a:gd name="connsiteY104" fmla="*/ 24496 h 1161397"/>
              <a:gd name="connsiteX105" fmla="*/ 6884912 w 6884912"/>
              <a:gd name="connsiteY105" fmla="*/ 0 h 1161397"/>
              <a:gd name="connsiteX0" fmla="*/ 6884912 w 6884912"/>
              <a:gd name="connsiteY0" fmla="*/ 0 h 1161397"/>
              <a:gd name="connsiteX1" fmla="*/ 6884912 w 6884912"/>
              <a:gd name="connsiteY1" fmla="*/ 1161397 h 1161397"/>
              <a:gd name="connsiteX2" fmla="*/ 0 w 6884912"/>
              <a:gd name="connsiteY2" fmla="*/ 1161397 h 1161397"/>
              <a:gd name="connsiteX3" fmla="*/ 27135 w 6884912"/>
              <a:gd name="connsiteY3" fmla="*/ 1147460 h 1161397"/>
              <a:gd name="connsiteX4" fmla="*/ 115388 w 6884912"/>
              <a:gd name="connsiteY4" fmla="*/ 1159043 h 1161397"/>
              <a:gd name="connsiteX5" fmla="*/ 119094 w 6884912"/>
              <a:gd name="connsiteY5" fmla="*/ 1148463 h 1161397"/>
              <a:gd name="connsiteX6" fmla="*/ 213420 w 6884912"/>
              <a:gd name="connsiteY6" fmla="*/ 1056868 h 1161397"/>
              <a:gd name="connsiteX7" fmla="*/ 454970 w 6884912"/>
              <a:gd name="connsiteY7" fmla="*/ 1023343 h 1161397"/>
              <a:gd name="connsiteX8" fmla="*/ 601644 w 6884912"/>
              <a:gd name="connsiteY8" fmla="*/ 1003997 h 1161397"/>
              <a:gd name="connsiteX9" fmla="*/ 651408 w 6884912"/>
              <a:gd name="connsiteY9" fmla="*/ 984938 h 1161397"/>
              <a:gd name="connsiteX10" fmla="*/ 673197 w 6884912"/>
              <a:gd name="connsiteY10" fmla="*/ 1010060 h 1161397"/>
              <a:gd name="connsiteX11" fmla="*/ 723108 w 6884912"/>
              <a:gd name="connsiteY11" fmla="*/ 980081 h 1161397"/>
              <a:gd name="connsiteX12" fmla="*/ 797699 w 6884912"/>
              <a:gd name="connsiteY12" fmla="*/ 931362 h 1161397"/>
              <a:gd name="connsiteX13" fmla="*/ 843359 w 6884912"/>
              <a:gd name="connsiteY13" fmla="*/ 910894 h 1161397"/>
              <a:gd name="connsiteX14" fmla="*/ 965215 w 6884912"/>
              <a:gd name="connsiteY14" fmla="*/ 846701 h 1161397"/>
              <a:gd name="connsiteX15" fmla="*/ 1085080 w 6884912"/>
              <a:gd name="connsiteY15" fmla="*/ 776086 h 1161397"/>
              <a:gd name="connsiteX16" fmla="*/ 1131224 w 6884912"/>
              <a:gd name="connsiteY16" fmla="*/ 706160 h 1161397"/>
              <a:gd name="connsiteX17" fmla="*/ 1138051 w 6884912"/>
              <a:gd name="connsiteY17" fmla="*/ 702034 h 1161397"/>
              <a:gd name="connsiteX18" fmla="*/ 1158800 w 6884912"/>
              <a:gd name="connsiteY18" fmla="*/ 700004 h 1161397"/>
              <a:gd name="connsiteX19" fmla="*/ 1166947 w 6884912"/>
              <a:gd name="connsiteY19" fmla="*/ 700762 h 1161397"/>
              <a:gd name="connsiteX20" fmla="*/ 1178135 w 6884912"/>
              <a:gd name="connsiteY20" fmla="*/ 698631 h 1161397"/>
              <a:gd name="connsiteX21" fmla="*/ 1178301 w 6884912"/>
              <a:gd name="connsiteY21" fmla="*/ 698094 h 1161397"/>
              <a:gd name="connsiteX22" fmla="*/ 1188995 w 6884912"/>
              <a:gd name="connsiteY22" fmla="*/ 697048 h 1161397"/>
              <a:gd name="connsiteX23" fmla="*/ 1242716 w 6884912"/>
              <a:gd name="connsiteY23" fmla="*/ 698052 h 1161397"/>
              <a:gd name="connsiteX24" fmla="*/ 1299977 w 6884912"/>
              <a:gd name="connsiteY24" fmla="*/ 639196 h 1161397"/>
              <a:gd name="connsiteX25" fmla="*/ 1326190 w 6884912"/>
              <a:gd name="connsiteY25" fmla="*/ 625955 h 1161397"/>
              <a:gd name="connsiteX26" fmla="*/ 1339600 w 6884912"/>
              <a:gd name="connsiteY26" fmla="*/ 616295 h 1161397"/>
              <a:gd name="connsiteX27" fmla="*/ 1340054 w 6884912"/>
              <a:gd name="connsiteY27" fmla="*/ 614022 h 1161397"/>
              <a:gd name="connsiteX28" fmla="*/ 1391606 w 6884912"/>
              <a:gd name="connsiteY28" fmla="*/ 615229 h 1161397"/>
              <a:gd name="connsiteX29" fmla="*/ 1397565 w 6884912"/>
              <a:gd name="connsiteY29" fmla="*/ 611490 h 1161397"/>
              <a:gd name="connsiteX30" fmla="*/ 1432302 w 6884912"/>
              <a:gd name="connsiteY30" fmla="*/ 617267 h 1161397"/>
              <a:gd name="connsiteX31" fmla="*/ 1449644 w 6884912"/>
              <a:gd name="connsiteY31" fmla="*/ 617591 h 1161397"/>
              <a:gd name="connsiteX32" fmla="*/ 1455793 w 6884912"/>
              <a:gd name="connsiteY32" fmla="*/ 623174 h 1161397"/>
              <a:gd name="connsiteX33" fmla="*/ 1480758 w 6884912"/>
              <a:gd name="connsiteY33" fmla="*/ 620863 h 1161397"/>
              <a:gd name="connsiteX34" fmla="*/ 1483154 w 6884912"/>
              <a:gd name="connsiteY34" fmla="*/ 618527 h 1161397"/>
              <a:gd name="connsiteX35" fmla="*/ 1505495 w 6884912"/>
              <a:gd name="connsiteY35" fmla="*/ 624325 h 1161397"/>
              <a:gd name="connsiteX36" fmla="*/ 1526340 w 6884912"/>
              <a:gd name="connsiteY36" fmla="*/ 638496 h 1161397"/>
              <a:gd name="connsiteX37" fmla="*/ 1731986 w 6884912"/>
              <a:gd name="connsiteY37" fmla="*/ 589682 h 1161397"/>
              <a:gd name="connsiteX38" fmla="*/ 1927935 w 6884912"/>
              <a:gd name="connsiteY38" fmla="*/ 628540 h 1161397"/>
              <a:gd name="connsiteX39" fmla="*/ 2039075 w 6884912"/>
              <a:gd name="connsiteY39" fmla="*/ 599964 h 1161397"/>
              <a:gd name="connsiteX40" fmla="*/ 2066980 w 6884912"/>
              <a:gd name="connsiteY40" fmla="*/ 550413 h 1161397"/>
              <a:gd name="connsiteX41" fmla="*/ 2352236 w 6884912"/>
              <a:gd name="connsiteY41" fmla="*/ 519602 h 1161397"/>
              <a:gd name="connsiteX42" fmla="*/ 2420791 w 6884912"/>
              <a:gd name="connsiteY42" fmla="*/ 492826 h 1161397"/>
              <a:gd name="connsiteX43" fmla="*/ 2489932 w 6884912"/>
              <a:gd name="connsiteY43" fmla="*/ 507864 h 1161397"/>
              <a:gd name="connsiteX44" fmla="*/ 2512917 w 6884912"/>
              <a:gd name="connsiteY44" fmla="*/ 489127 h 1161397"/>
              <a:gd name="connsiteX45" fmla="*/ 2516783 w 6884912"/>
              <a:gd name="connsiteY45" fmla="*/ 485473 h 1161397"/>
              <a:gd name="connsiteX46" fmla="*/ 2534360 w 6884912"/>
              <a:gd name="connsiteY46" fmla="*/ 480064 h 1161397"/>
              <a:gd name="connsiteX47" fmla="*/ 2536691 w 6884912"/>
              <a:gd name="connsiteY47" fmla="*/ 467018 h 1161397"/>
              <a:gd name="connsiteX48" fmla="*/ 2561265 w 6884912"/>
              <a:gd name="connsiteY48" fmla="*/ 450623 h 1161397"/>
              <a:gd name="connsiteX49" fmla="*/ 2594349 w 6884912"/>
              <a:gd name="connsiteY49" fmla="*/ 443884 h 1161397"/>
              <a:gd name="connsiteX50" fmla="*/ 2754324 w 6884912"/>
              <a:gd name="connsiteY50" fmla="*/ 424766 h 1161397"/>
              <a:gd name="connsiteX51" fmla="*/ 2848470 w 6884912"/>
              <a:gd name="connsiteY51" fmla="*/ 405966 h 1161397"/>
              <a:gd name="connsiteX52" fmla="*/ 2881772 w 6884912"/>
              <a:gd name="connsiteY52" fmla="*/ 387260 h 1161397"/>
              <a:gd name="connsiteX53" fmla="*/ 2929932 w 6884912"/>
              <a:gd name="connsiteY53" fmla="*/ 368912 h 1161397"/>
              <a:gd name="connsiteX54" fmla="*/ 3013020 w 6884912"/>
              <a:gd name="connsiteY54" fmla="*/ 327578 h 1161397"/>
              <a:gd name="connsiteX55" fmla="*/ 3222191 w 6884912"/>
              <a:gd name="connsiteY55" fmla="*/ 307887 h 1161397"/>
              <a:gd name="connsiteX56" fmla="*/ 3227953 w 6884912"/>
              <a:gd name="connsiteY56" fmla="*/ 297650 h 1161397"/>
              <a:gd name="connsiteX57" fmla="*/ 3510042 w 6884912"/>
              <a:gd name="connsiteY57" fmla="*/ 311820 h 1161397"/>
              <a:gd name="connsiteX58" fmla="*/ 3626773 w 6884912"/>
              <a:gd name="connsiteY58" fmla="*/ 290452 h 1161397"/>
              <a:gd name="connsiteX59" fmla="*/ 3666217 w 6884912"/>
              <a:gd name="connsiteY59" fmla="*/ 273255 h 1161397"/>
              <a:gd name="connsiteX60" fmla="*/ 3732427 w 6884912"/>
              <a:gd name="connsiteY60" fmla="*/ 245039 h 1161397"/>
              <a:gd name="connsiteX61" fmla="*/ 3777022 w 6884912"/>
              <a:gd name="connsiteY61" fmla="*/ 200276 h 1161397"/>
              <a:gd name="connsiteX62" fmla="*/ 3791246 w 6884912"/>
              <a:gd name="connsiteY62" fmla="*/ 189996 h 1161397"/>
              <a:gd name="connsiteX63" fmla="*/ 3819864 w 6884912"/>
              <a:gd name="connsiteY63" fmla="*/ 194605 h 1161397"/>
              <a:gd name="connsiteX64" fmla="*/ 3830398 w 6884912"/>
              <a:gd name="connsiteY64" fmla="*/ 188383 h 1161397"/>
              <a:gd name="connsiteX65" fmla="*/ 3834360 w 6884912"/>
              <a:gd name="connsiteY65" fmla="*/ 188992 h 1161397"/>
              <a:gd name="connsiteX66" fmla="*/ 3843715 w 6884912"/>
              <a:gd name="connsiteY66" fmla="*/ 188752 h 1161397"/>
              <a:gd name="connsiteX67" fmla="*/ 3842609 w 6884912"/>
              <a:gd name="connsiteY67" fmla="*/ 197386 h 1161397"/>
              <a:gd name="connsiteX68" fmla="*/ 3853961 w 6884912"/>
              <a:gd name="connsiteY68" fmla="*/ 213380 h 1161397"/>
              <a:gd name="connsiteX69" fmla="*/ 3907640 w 6884912"/>
              <a:gd name="connsiteY69" fmla="*/ 207568 h 1161397"/>
              <a:gd name="connsiteX70" fmla="*/ 3910449 w 6884912"/>
              <a:gd name="connsiteY70" fmla="*/ 197808 h 1161397"/>
              <a:gd name="connsiteX71" fmla="*/ 3917197 w 6884912"/>
              <a:gd name="connsiteY71" fmla="*/ 196121 h 1161397"/>
              <a:gd name="connsiteX72" fmla="*/ 3922400 w 6884912"/>
              <a:gd name="connsiteY72" fmla="*/ 205056 h 1161397"/>
              <a:gd name="connsiteX73" fmla="*/ 4013061 w 6884912"/>
              <a:gd name="connsiteY73" fmla="*/ 224874 h 1161397"/>
              <a:gd name="connsiteX74" fmla="*/ 4220717 w 6884912"/>
              <a:gd name="connsiteY74" fmla="*/ 192946 h 1161397"/>
              <a:gd name="connsiteX75" fmla="*/ 4228802 w 6884912"/>
              <a:gd name="connsiteY75" fmla="*/ 201468 h 1161397"/>
              <a:gd name="connsiteX76" fmla="*/ 4289361 w 6884912"/>
              <a:gd name="connsiteY76" fmla="*/ 196642 h 1161397"/>
              <a:gd name="connsiteX77" fmla="*/ 4498913 w 6884912"/>
              <a:gd name="connsiteY77" fmla="*/ 118915 h 1161397"/>
              <a:gd name="connsiteX78" fmla="*/ 4617330 w 6884912"/>
              <a:gd name="connsiteY78" fmla="*/ 111163 h 1161397"/>
              <a:gd name="connsiteX79" fmla="*/ 4659778 w 6884912"/>
              <a:gd name="connsiteY79" fmla="*/ 118219 h 1161397"/>
              <a:gd name="connsiteX80" fmla="*/ 4730870 w 6884912"/>
              <a:gd name="connsiteY80" fmla="*/ 129432 h 1161397"/>
              <a:gd name="connsiteX81" fmla="*/ 4844073 w 6884912"/>
              <a:gd name="connsiteY81" fmla="*/ 161768 h 1161397"/>
              <a:gd name="connsiteX82" fmla="*/ 4856454 w 6884912"/>
              <a:gd name="connsiteY82" fmla="*/ 130488 h 1161397"/>
              <a:gd name="connsiteX83" fmla="*/ 4920038 w 6884912"/>
              <a:gd name="connsiteY83" fmla="*/ 140418 h 1161397"/>
              <a:gd name="connsiteX84" fmla="*/ 5016639 w 6884912"/>
              <a:gd name="connsiteY84" fmla="*/ 158905 h 1161397"/>
              <a:gd name="connsiteX85" fmla="*/ 5072009 w 6884912"/>
              <a:gd name="connsiteY85" fmla="*/ 161502 h 1161397"/>
              <a:gd name="connsiteX86" fmla="*/ 5223626 w 6884912"/>
              <a:gd name="connsiteY86" fmla="*/ 177356 h 1161397"/>
              <a:gd name="connsiteX87" fmla="*/ 5375773 w 6884912"/>
              <a:gd name="connsiteY87" fmla="*/ 199913 h 1161397"/>
              <a:gd name="connsiteX88" fmla="*/ 5467502 w 6884912"/>
              <a:gd name="connsiteY88" fmla="*/ 250963 h 1161397"/>
              <a:gd name="connsiteX89" fmla="*/ 5592395 w 6884912"/>
              <a:gd name="connsiteY89" fmla="*/ 265434 h 1161397"/>
              <a:gd name="connsiteX90" fmla="*/ 5613532 w 6884912"/>
              <a:gd name="connsiteY90" fmla="*/ 273379 h 1161397"/>
              <a:gd name="connsiteX91" fmla="*/ 5642173 w 6884912"/>
              <a:gd name="connsiteY91" fmla="*/ 266904 h 1161397"/>
              <a:gd name="connsiteX92" fmla="*/ 5756910 w 6884912"/>
              <a:gd name="connsiteY92" fmla="*/ 239211 h 1161397"/>
              <a:gd name="connsiteX93" fmla="*/ 5846667 w 6884912"/>
              <a:gd name="connsiteY93" fmla="*/ 201786 h 1161397"/>
              <a:gd name="connsiteX94" fmla="*/ 5960732 w 6884912"/>
              <a:gd name="connsiteY94" fmla="*/ 220708 h 1161397"/>
              <a:gd name="connsiteX95" fmla="*/ 6029542 w 6884912"/>
              <a:gd name="connsiteY95" fmla="*/ 210339 h 1161397"/>
              <a:gd name="connsiteX96" fmla="*/ 6141123 w 6884912"/>
              <a:gd name="connsiteY96" fmla="*/ 159923 h 1161397"/>
              <a:gd name="connsiteX97" fmla="*/ 6290640 w 6884912"/>
              <a:gd name="connsiteY97" fmla="*/ 167441 h 1161397"/>
              <a:gd name="connsiteX98" fmla="*/ 6322806 w 6884912"/>
              <a:gd name="connsiteY98" fmla="*/ 213293 h 1161397"/>
              <a:gd name="connsiteX99" fmla="*/ 6380420 w 6884912"/>
              <a:gd name="connsiteY99" fmla="*/ 173195 h 1161397"/>
              <a:gd name="connsiteX100" fmla="*/ 6507891 w 6884912"/>
              <a:gd name="connsiteY100" fmla="*/ 118474 h 1161397"/>
              <a:gd name="connsiteX101" fmla="*/ 6571807 w 6884912"/>
              <a:gd name="connsiteY101" fmla="*/ 98636 h 1161397"/>
              <a:gd name="connsiteX102" fmla="*/ 6671880 w 6884912"/>
              <a:gd name="connsiteY102" fmla="*/ 82931 h 1161397"/>
              <a:gd name="connsiteX103" fmla="*/ 6702266 w 6884912"/>
              <a:gd name="connsiteY103" fmla="*/ 75470 h 1161397"/>
              <a:gd name="connsiteX104" fmla="*/ 6845802 w 6884912"/>
              <a:gd name="connsiteY104" fmla="*/ 24496 h 1161397"/>
              <a:gd name="connsiteX105" fmla="*/ 6884912 w 6884912"/>
              <a:gd name="connsiteY105" fmla="*/ 0 h 1161397"/>
              <a:gd name="connsiteX0" fmla="*/ 6884912 w 6884912"/>
              <a:gd name="connsiteY0" fmla="*/ 0 h 1161397"/>
              <a:gd name="connsiteX1" fmla="*/ 6884912 w 6884912"/>
              <a:gd name="connsiteY1" fmla="*/ 1161397 h 1161397"/>
              <a:gd name="connsiteX2" fmla="*/ 0 w 6884912"/>
              <a:gd name="connsiteY2" fmla="*/ 1161397 h 1161397"/>
              <a:gd name="connsiteX3" fmla="*/ 27135 w 6884912"/>
              <a:gd name="connsiteY3" fmla="*/ 1147460 h 1161397"/>
              <a:gd name="connsiteX4" fmla="*/ 115388 w 6884912"/>
              <a:gd name="connsiteY4" fmla="*/ 1159043 h 1161397"/>
              <a:gd name="connsiteX5" fmla="*/ 213420 w 6884912"/>
              <a:gd name="connsiteY5" fmla="*/ 1056868 h 1161397"/>
              <a:gd name="connsiteX6" fmla="*/ 454970 w 6884912"/>
              <a:gd name="connsiteY6" fmla="*/ 1023343 h 1161397"/>
              <a:gd name="connsiteX7" fmla="*/ 601644 w 6884912"/>
              <a:gd name="connsiteY7" fmla="*/ 1003997 h 1161397"/>
              <a:gd name="connsiteX8" fmla="*/ 651408 w 6884912"/>
              <a:gd name="connsiteY8" fmla="*/ 984938 h 1161397"/>
              <a:gd name="connsiteX9" fmla="*/ 673197 w 6884912"/>
              <a:gd name="connsiteY9" fmla="*/ 1010060 h 1161397"/>
              <a:gd name="connsiteX10" fmla="*/ 723108 w 6884912"/>
              <a:gd name="connsiteY10" fmla="*/ 980081 h 1161397"/>
              <a:gd name="connsiteX11" fmla="*/ 797699 w 6884912"/>
              <a:gd name="connsiteY11" fmla="*/ 931362 h 1161397"/>
              <a:gd name="connsiteX12" fmla="*/ 843359 w 6884912"/>
              <a:gd name="connsiteY12" fmla="*/ 910894 h 1161397"/>
              <a:gd name="connsiteX13" fmla="*/ 965215 w 6884912"/>
              <a:gd name="connsiteY13" fmla="*/ 846701 h 1161397"/>
              <a:gd name="connsiteX14" fmla="*/ 1085080 w 6884912"/>
              <a:gd name="connsiteY14" fmla="*/ 776086 h 1161397"/>
              <a:gd name="connsiteX15" fmla="*/ 1131224 w 6884912"/>
              <a:gd name="connsiteY15" fmla="*/ 706160 h 1161397"/>
              <a:gd name="connsiteX16" fmla="*/ 1138051 w 6884912"/>
              <a:gd name="connsiteY16" fmla="*/ 702034 h 1161397"/>
              <a:gd name="connsiteX17" fmla="*/ 1158800 w 6884912"/>
              <a:gd name="connsiteY17" fmla="*/ 700004 h 1161397"/>
              <a:gd name="connsiteX18" fmla="*/ 1166947 w 6884912"/>
              <a:gd name="connsiteY18" fmla="*/ 700762 h 1161397"/>
              <a:gd name="connsiteX19" fmla="*/ 1178135 w 6884912"/>
              <a:gd name="connsiteY19" fmla="*/ 698631 h 1161397"/>
              <a:gd name="connsiteX20" fmla="*/ 1178301 w 6884912"/>
              <a:gd name="connsiteY20" fmla="*/ 698094 h 1161397"/>
              <a:gd name="connsiteX21" fmla="*/ 1188995 w 6884912"/>
              <a:gd name="connsiteY21" fmla="*/ 697048 h 1161397"/>
              <a:gd name="connsiteX22" fmla="*/ 1242716 w 6884912"/>
              <a:gd name="connsiteY22" fmla="*/ 698052 h 1161397"/>
              <a:gd name="connsiteX23" fmla="*/ 1299977 w 6884912"/>
              <a:gd name="connsiteY23" fmla="*/ 639196 h 1161397"/>
              <a:gd name="connsiteX24" fmla="*/ 1326190 w 6884912"/>
              <a:gd name="connsiteY24" fmla="*/ 625955 h 1161397"/>
              <a:gd name="connsiteX25" fmla="*/ 1339600 w 6884912"/>
              <a:gd name="connsiteY25" fmla="*/ 616295 h 1161397"/>
              <a:gd name="connsiteX26" fmla="*/ 1340054 w 6884912"/>
              <a:gd name="connsiteY26" fmla="*/ 614022 h 1161397"/>
              <a:gd name="connsiteX27" fmla="*/ 1391606 w 6884912"/>
              <a:gd name="connsiteY27" fmla="*/ 615229 h 1161397"/>
              <a:gd name="connsiteX28" fmla="*/ 1397565 w 6884912"/>
              <a:gd name="connsiteY28" fmla="*/ 611490 h 1161397"/>
              <a:gd name="connsiteX29" fmla="*/ 1432302 w 6884912"/>
              <a:gd name="connsiteY29" fmla="*/ 617267 h 1161397"/>
              <a:gd name="connsiteX30" fmla="*/ 1449644 w 6884912"/>
              <a:gd name="connsiteY30" fmla="*/ 617591 h 1161397"/>
              <a:gd name="connsiteX31" fmla="*/ 1455793 w 6884912"/>
              <a:gd name="connsiteY31" fmla="*/ 623174 h 1161397"/>
              <a:gd name="connsiteX32" fmla="*/ 1480758 w 6884912"/>
              <a:gd name="connsiteY32" fmla="*/ 620863 h 1161397"/>
              <a:gd name="connsiteX33" fmla="*/ 1483154 w 6884912"/>
              <a:gd name="connsiteY33" fmla="*/ 618527 h 1161397"/>
              <a:gd name="connsiteX34" fmla="*/ 1505495 w 6884912"/>
              <a:gd name="connsiteY34" fmla="*/ 624325 h 1161397"/>
              <a:gd name="connsiteX35" fmla="*/ 1526340 w 6884912"/>
              <a:gd name="connsiteY35" fmla="*/ 638496 h 1161397"/>
              <a:gd name="connsiteX36" fmla="*/ 1731986 w 6884912"/>
              <a:gd name="connsiteY36" fmla="*/ 589682 h 1161397"/>
              <a:gd name="connsiteX37" fmla="*/ 1927935 w 6884912"/>
              <a:gd name="connsiteY37" fmla="*/ 628540 h 1161397"/>
              <a:gd name="connsiteX38" fmla="*/ 2039075 w 6884912"/>
              <a:gd name="connsiteY38" fmla="*/ 599964 h 1161397"/>
              <a:gd name="connsiteX39" fmla="*/ 2066980 w 6884912"/>
              <a:gd name="connsiteY39" fmla="*/ 550413 h 1161397"/>
              <a:gd name="connsiteX40" fmla="*/ 2352236 w 6884912"/>
              <a:gd name="connsiteY40" fmla="*/ 519602 h 1161397"/>
              <a:gd name="connsiteX41" fmla="*/ 2420791 w 6884912"/>
              <a:gd name="connsiteY41" fmla="*/ 492826 h 1161397"/>
              <a:gd name="connsiteX42" fmla="*/ 2489932 w 6884912"/>
              <a:gd name="connsiteY42" fmla="*/ 507864 h 1161397"/>
              <a:gd name="connsiteX43" fmla="*/ 2512917 w 6884912"/>
              <a:gd name="connsiteY43" fmla="*/ 489127 h 1161397"/>
              <a:gd name="connsiteX44" fmla="*/ 2516783 w 6884912"/>
              <a:gd name="connsiteY44" fmla="*/ 485473 h 1161397"/>
              <a:gd name="connsiteX45" fmla="*/ 2534360 w 6884912"/>
              <a:gd name="connsiteY45" fmla="*/ 480064 h 1161397"/>
              <a:gd name="connsiteX46" fmla="*/ 2536691 w 6884912"/>
              <a:gd name="connsiteY46" fmla="*/ 467018 h 1161397"/>
              <a:gd name="connsiteX47" fmla="*/ 2561265 w 6884912"/>
              <a:gd name="connsiteY47" fmla="*/ 450623 h 1161397"/>
              <a:gd name="connsiteX48" fmla="*/ 2594349 w 6884912"/>
              <a:gd name="connsiteY48" fmla="*/ 443884 h 1161397"/>
              <a:gd name="connsiteX49" fmla="*/ 2754324 w 6884912"/>
              <a:gd name="connsiteY49" fmla="*/ 424766 h 1161397"/>
              <a:gd name="connsiteX50" fmla="*/ 2848470 w 6884912"/>
              <a:gd name="connsiteY50" fmla="*/ 405966 h 1161397"/>
              <a:gd name="connsiteX51" fmla="*/ 2881772 w 6884912"/>
              <a:gd name="connsiteY51" fmla="*/ 387260 h 1161397"/>
              <a:gd name="connsiteX52" fmla="*/ 2929932 w 6884912"/>
              <a:gd name="connsiteY52" fmla="*/ 368912 h 1161397"/>
              <a:gd name="connsiteX53" fmla="*/ 3013020 w 6884912"/>
              <a:gd name="connsiteY53" fmla="*/ 327578 h 1161397"/>
              <a:gd name="connsiteX54" fmla="*/ 3222191 w 6884912"/>
              <a:gd name="connsiteY54" fmla="*/ 307887 h 1161397"/>
              <a:gd name="connsiteX55" fmla="*/ 3227953 w 6884912"/>
              <a:gd name="connsiteY55" fmla="*/ 297650 h 1161397"/>
              <a:gd name="connsiteX56" fmla="*/ 3510042 w 6884912"/>
              <a:gd name="connsiteY56" fmla="*/ 311820 h 1161397"/>
              <a:gd name="connsiteX57" fmla="*/ 3626773 w 6884912"/>
              <a:gd name="connsiteY57" fmla="*/ 290452 h 1161397"/>
              <a:gd name="connsiteX58" fmla="*/ 3666217 w 6884912"/>
              <a:gd name="connsiteY58" fmla="*/ 273255 h 1161397"/>
              <a:gd name="connsiteX59" fmla="*/ 3732427 w 6884912"/>
              <a:gd name="connsiteY59" fmla="*/ 245039 h 1161397"/>
              <a:gd name="connsiteX60" fmla="*/ 3777022 w 6884912"/>
              <a:gd name="connsiteY60" fmla="*/ 200276 h 1161397"/>
              <a:gd name="connsiteX61" fmla="*/ 3791246 w 6884912"/>
              <a:gd name="connsiteY61" fmla="*/ 189996 h 1161397"/>
              <a:gd name="connsiteX62" fmla="*/ 3819864 w 6884912"/>
              <a:gd name="connsiteY62" fmla="*/ 194605 h 1161397"/>
              <a:gd name="connsiteX63" fmla="*/ 3830398 w 6884912"/>
              <a:gd name="connsiteY63" fmla="*/ 188383 h 1161397"/>
              <a:gd name="connsiteX64" fmla="*/ 3834360 w 6884912"/>
              <a:gd name="connsiteY64" fmla="*/ 188992 h 1161397"/>
              <a:gd name="connsiteX65" fmla="*/ 3843715 w 6884912"/>
              <a:gd name="connsiteY65" fmla="*/ 188752 h 1161397"/>
              <a:gd name="connsiteX66" fmla="*/ 3842609 w 6884912"/>
              <a:gd name="connsiteY66" fmla="*/ 197386 h 1161397"/>
              <a:gd name="connsiteX67" fmla="*/ 3853961 w 6884912"/>
              <a:gd name="connsiteY67" fmla="*/ 213380 h 1161397"/>
              <a:gd name="connsiteX68" fmla="*/ 3907640 w 6884912"/>
              <a:gd name="connsiteY68" fmla="*/ 207568 h 1161397"/>
              <a:gd name="connsiteX69" fmla="*/ 3910449 w 6884912"/>
              <a:gd name="connsiteY69" fmla="*/ 197808 h 1161397"/>
              <a:gd name="connsiteX70" fmla="*/ 3917197 w 6884912"/>
              <a:gd name="connsiteY70" fmla="*/ 196121 h 1161397"/>
              <a:gd name="connsiteX71" fmla="*/ 3922400 w 6884912"/>
              <a:gd name="connsiteY71" fmla="*/ 205056 h 1161397"/>
              <a:gd name="connsiteX72" fmla="*/ 4013061 w 6884912"/>
              <a:gd name="connsiteY72" fmla="*/ 224874 h 1161397"/>
              <a:gd name="connsiteX73" fmla="*/ 4220717 w 6884912"/>
              <a:gd name="connsiteY73" fmla="*/ 192946 h 1161397"/>
              <a:gd name="connsiteX74" fmla="*/ 4228802 w 6884912"/>
              <a:gd name="connsiteY74" fmla="*/ 201468 h 1161397"/>
              <a:gd name="connsiteX75" fmla="*/ 4289361 w 6884912"/>
              <a:gd name="connsiteY75" fmla="*/ 196642 h 1161397"/>
              <a:gd name="connsiteX76" fmla="*/ 4498913 w 6884912"/>
              <a:gd name="connsiteY76" fmla="*/ 118915 h 1161397"/>
              <a:gd name="connsiteX77" fmla="*/ 4617330 w 6884912"/>
              <a:gd name="connsiteY77" fmla="*/ 111163 h 1161397"/>
              <a:gd name="connsiteX78" fmla="*/ 4659778 w 6884912"/>
              <a:gd name="connsiteY78" fmla="*/ 118219 h 1161397"/>
              <a:gd name="connsiteX79" fmla="*/ 4730870 w 6884912"/>
              <a:gd name="connsiteY79" fmla="*/ 129432 h 1161397"/>
              <a:gd name="connsiteX80" fmla="*/ 4844073 w 6884912"/>
              <a:gd name="connsiteY80" fmla="*/ 161768 h 1161397"/>
              <a:gd name="connsiteX81" fmla="*/ 4856454 w 6884912"/>
              <a:gd name="connsiteY81" fmla="*/ 130488 h 1161397"/>
              <a:gd name="connsiteX82" fmla="*/ 4920038 w 6884912"/>
              <a:gd name="connsiteY82" fmla="*/ 140418 h 1161397"/>
              <a:gd name="connsiteX83" fmla="*/ 5016639 w 6884912"/>
              <a:gd name="connsiteY83" fmla="*/ 158905 h 1161397"/>
              <a:gd name="connsiteX84" fmla="*/ 5072009 w 6884912"/>
              <a:gd name="connsiteY84" fmla="*/ 161502 h 1161397"/>
              <a:gd name="connsiteX85" fmla="*/ 5223626 w 6884912"/>
              <a:gd name="connsiteY85" fmla="*/ 177356 h 1161397"/>
              <a:gd name="connsiteX86" fmla="*/ 5375773 w 6884912"/>
              <a:gd name="connsiteY86" fmla="*/ 199913 h 1161397"/>
              <a:gd name="connsiteX87" fmla="*/ 5467502 w 6884912"/>
              <a:gd name="connsiteY87" fmla="*/ 250963 h 1161397"/>
              <a:gd name="connsiteX88" fmla="*/ 5592395 w 6884912"/>
              <a:gd name="connsiteY88" fmla="*/ 265434 h 1161397"/>
              <a:gd name="connsiteX89" fmla="*/ 5613532 w 6884912"/>
              <a:gd name="connsiteY89" fmla="*/ 273379 h 1161397"/>
              <a:gd name="connsiteX90" fmla="*/ 5642173 w 6884912"/>
              <a:gd name="connsiteY90" fmla="*/ 266904 h 1161397"/>
              <a:gd name="connsiteX91" fmla="*/ 5756910 w 6884912"/>
              <a:gd name="connsiteY91" fmla="*/ 239211 h 1161397"/>
              <a:gd name="connsiteX92" fmla="*/ 5846667 w 6884912"/>
              <a:gd name="connsiteY92" fmla="*/ 201786 h 1161397"/>
              <a:gd name="connsiteX93" fmla="*/ 5960732 w 6884912"/>
              <a:gd name="connsiteY93" fmla="*/ 220708 h 1161397"/>
              <a:gd name="connsiteX94" fmla="*/ 6029542 w 6884912"/>
              <a:gd name="connsiteY94" fmla="*/ 210339 h 1161397"/>
              <a:gd name="connsiteX95" fmla="*/ 6141123 w 6884912"/>
              <a:gd name="connsiteY95" fmla="*/ 159923 h 1161397"/>
              <a:gd name="connsiteX96" fmla="*/ 6290640 w 6884912"/>
              <a:gd name="connsiteY96" fmla="*/ 167441 h 1161397"/>
              <a:gd name="connsiteX97" fmla="*/ 6322806 w 6884912"/>
              <a:gd name="connsiteY97" fmla="*/ 213293 h 1161397"/>
              <a:gd name="connsiteX98" fmla="*/ 6380420 w 6884912"/>
              <a:gd name="connsiteY98" fmla="*/ 173195 h 1161397"/>
              <a:gd name="connsiteX99" fmla="*/ 6507891 w 6884912"/>
              <a:gd name="connsiteY99" fmla="*/ 118474 h 1161397"/>
              <a:gd name="connsiteX100" fmla="*/ 6571807 w 6884912"/>
              <a:gd name="connsiteY100" fmla="*/ 98636 h 1161397"/>
              <a:gd name="connsiteX101" fmla="*/ 6671880 w 6884912"/>
              <a:gd name="connsiteY101" fmla="*/ 82931 h 1161397"/>
              <a:gd name="connsiteX102" fmla="*/ 6702266 w 6884912"/>
              <a:gd name="connsiteY102" fmla="*/ 75470 h 1161397"/>
              <a:gd name="connsiteX103" fmla="*/ 6845802 w 6884912"/>
              <a:gd name="connsiteY103" fmla="*/ 24496 h 1161397"/>
              <a:gd name="connsiteX104" fmla="*/ 6884912 w 6884912"/>
              <a:gd name="connsiteY104" fmla="*/ 0 h 1161397"/>
              <a:gd name="connsiteX0" fmla="*/ 6884912 w 6884912"/>
              <a:gd name="connsiteY0" fmla="*/ 0 h 1161397"/>
              <a:gd name="connsiteX1" fmla="*/ 6884912 w 6884912"/>
              <a:gd name="connsiteY1" fmla="*/ 1161397 h 1161397"/>
              <a:gd name="connsiteX2" fmla="*/ 0 w 6884912"/>
              <a:gd name="connsiteY2" fmla="*/ 1161397 h 1161397"/>
              <a:gd name="connsiteX3" fmla="*/ 27135 w 6884912"/>
              <a:gd name="connsiteY3" fmla="*/ 1147460 h 1161397"/>
              <a:gd name="connsiteX4" fmla="*/ 115388 w 6884912"/>
              <a:gd name="connsiteY4" fmla="*/ 1111320 h 1161397"/>
              <a:gd name="connsiteX5" fmla="*/ 213420 w 6884912"/>
              <a:gd name="connsiteY5" fmla="*/ 1056868 h 1161397"/>
              <a:gd name="connsiteX6" fmla="*/ 454970 w 6884912"/>
              <a:gd name="connsiteY6" fmla="*/ 1023343 h 1161397"/>
              <a:gd name="connsiteX7" fmla="*/ 601644 w 6884912"/>
              <a:gd name="connsiteY7" fmla="*/ 1003997 h 1161397"/>
              <a:gd name="connsiteX8" fmla="*/ 651408 w 6884912"/>
              <a:gd name="connsiteY8" fmla="*/ 984938 h 1161397"/>
              <a:gd name="connsiteX9" fmla="*/ 673197 w 6884912"/>
              <a:gd name="connsiteY9" fmla="*/ 1010060 h 1161397"/>
              <a:gd name="connsiteX10" fmla="*/ 723108 w 6884912"/>
              <a:gd name="connsiteY10" fmla="*/ 980081 h 1161397"/>
              <a:gd name="connsiteX11" fmla="*/ 797699 w 6884912"/>
              <a:gd name="connsiteY11" fmla="*/ 931362 h 1161397"/>
              <a:gd name="connsiteX12" fmla="*/ 843359 w 6884912"/>
              <a:gd name="connsiteY12" fmla="*/ 910894 h 1161397"/>
              <a:gd name="connsiteX13" fmla="*/ 965215 w 6884912"/>
              <a:gd name="connsiteY13" fmla="*/ 846701 h 1161397"/>
              <a:gd name="connsiteX14" fmla="*/ 1085080 w 6884912"/>
              <a:gd name="connsiteY14" fmla="*/ 776086 h 1161397"/>
              <a:gd name="connsiteX15" fmla="*/ 1131224 w 6884912"/>
              <a:gd name="connsiteY15" fmla="*/ 706160 h 1161397"/>
              <a:gd name="connsiteX16" fmla="*/ 1138051 w 6884912"/>
              <a:gd name="connsiteY16" fmla="*/ 702034 h 1161397"/>
              <a:gd name="connsiteX17" fmla="*/ 1158800 w 6884912"/>
              <a:gd name="connsiteY17" fmla="*/ 700004 h 1161397"/>
              <a:gd name="connsiteX18" fmla="*/ 1166947 w 6884912"/>
              <a:gd name="connsiteY18" fmla="*/ 700762 h 1161397"/>
              <a:gd name="connsiteX19" fmla="*/ 1178135 w 6884912"/>
              <a:gd name="connsiteY19" fmla="*/ 698631 h 1161397"/>
              <a:gd name="connsiteX20" fmla="*/ 1178301 w 6884912"/>
              <a:gd name="connsiteY20" fmla="*/ 698094 h 1161397"/>
              <a:gd name="connsiteX21" fmla="*/ 1188995 w 6884912"/>
              <a:gd name="connsiteY21" fmla="*/ 697048 h 1161397"/>
              <a:gd name="connsiteX22" fmla="*/ 1242716 w 6884912"/>
              <a:gd name="connsiteY22" fmla="*/ 698052 h 1161397"/>
              <a:gd name="connsiteX23" fmla="*/ 1299977 w 6884912"/>
              <a:gd name="connsiteY23" fmla="*/ 639196 h 1161397"/>
              <a:gd name="connsiteX24" fmla="*/ 1326190 w 6884912"/>
              <a:gd name="connsiteY24" fmla="*/ 625955 h 1161397"/>
              <a:gd name="connsiteX25" fmla="*/ 1339600 w 6884912"/>
              <a:gd name="connsiteY25" fmla="*/ 616295 h 1161397"/>
              <a:gd name="connsiteX26" fmla="*/ 1340054 w 6884912"/>
              <a:gd name="connsiteY26" fmla="*/ 614022 h 1161397"/>
              <a:gd name="connsiteX27" fmla="*/ 1391606 w 6884912"/>
              <a:gd name="connsiteY27" fmla="*/ 615229 h 1161397"/>
              <a:gd name="connsiteX28" fmla="*/ 1397565 w 6884912"/>
              <a:gd name="connsiteY28" fmla="*/ 611490 h 1161397"/>
              <a:gd name="connsiteX29" fmla="*/ 1432302 w 6884912"/>
              <a:gd name="connsiteY29" fmla="*/ 617267 h 1161397"/>
              <a:gd name="connsiteX30" fmla="*/ 1449644 w 6884912"/>
              <a:gd name="connsiteY30" fmla="*/ 617591 h 1161397"/>
              <a:gd name="connsiteX31" fmla="*/ 1455793 w 6884912"/>
              <a:gd name="connsiteY31" fmla="*/ 623174 h 1161397"/>
              <a:gd name="connsiteX32" fmla="*/ 1480758 w 6884912"/>
              <a:gd name="connsiteY32" fmla="*/ 620863 h 1161397"/>
              <a:gd name="connsiteX33" fmla="*/ 1483154 w 6884912"/>
              <a:gd name="connsiteY33" fmla="*/ 618527 h 1161397"/>
              <a:gd name="connsiteX34" fmla="*/ 1505495 w 6884912"/>
              <a:gd name="connsiteY34" fmla="*/ 624325 h 1161397"/>
              <a:gd name="connsiteX35" fmla="*/ 1526340 w 6884912"/>
              <a:gd name="connsiteY35" fmla="*/ 638496 h 1161397"/>
              <a:gd name="connsiteX36" fmla="*/ 1731986 w 6884912"/>
              <a:gd name="connsiteY36" fmla="*/ 589682 h 1161397"/>
              <a:gd name="connsiteX37" fmla="*/ 1927935 w 6884912"/>
              <a:gd name="connsiteY37" fmla="*/ 628540 h 1161397"/>
              <a:gd name="connsiteX38" fmla="*/ 2039075 w 6884912"/>
              <a:gd name="connsiteY38" fmla="*/ 599964 h 1161397"/>
              <a:gd name="connsiteX39" fmla="*/ 2066980 w 6884912"/>
              <a:gd name="connsiteY39" fmla="*/ 550413 h 1161397"/>
              <a:gd name="connsiteX40" fmla="*/ 2352236 w 6884912"/>
              <a:gd name="connsiteY40" fmla="*/ 519602 h 1161397"/>
              <a:gd name="connsiteX41" fmla="*/ 2420791 w 6884912"/>
              <a:gd name="connsiteY41" fmla="*/ 492826 h 1161397"/>
              <a:gd name="connsiteX42" fmla="*/ 2489932 w 6884912"/>
              <a:gd name="connsiteY42" fmla="*/ 507864 h 1161397"/>
              <a:gd name="connsiteX43" fmla="*/ 2512917 w 6884912"/>
              <a:gd name="connsiteY43" fmla="*/ 489127 h 1161397"/>
              <a:gd name="connsiteX44" fmla="*/ 2516783 w 6884912"/>
              <a:gd name="connsiteY44" fmla="*/ 485473 h 1161397"/>
              <a:gd name="connsiteX45" fmla="*/ 2534360 w 6884912"/>
              <a:gd name="connsiteY45" fmla="*/ 480064 h 1161397"/>
              <a:gd name="connsiteX46" fmla="*/ 2536691 w 6884912"/>
              <a:gd name="connsiteY46" fmla="*/ 467018 h 1161397"/>
              <a:gd name="connsiteX47" fmla="*/ 2561265 w 6884912"/>
              <a:gd name="connsiteY47" fmla="*/ 450623 h 1161397"/>
              <a:gd name="connsiteX48" fmla="*/ 2594349 w 6884912"/>
              <a:gd name="connsiteY48" fmla="*/ 443884 h 1161397"/>
              <a:gd name="connsiteX49" fmla="*/ 2754324 w 6884912"/>
              <a:gd name="connsiteY49" fmla="*/ 424766 h 1161397"/>
              <a:gd name="connsiteX50" fmla="*/ 2848470 w 6884912"/>
              <a:gd name="connsiteY50" fmla="*/ 405966 h 1161397"/>
              <a:gd name="connsiteX51" fmla="*/ 2881772 w 6884912"/>
              <a:gd name="connsiteY51" fmla="*/ 387260 h 1161397"/>
              <a:gd name="connsiteX52" fmla="*/ 2929932 w 6884912"/>
              <a:gd name="connsiteY52" fmla="*/ 368912 h 1161397"/>
              <a:gd name="connsiteX53" fmla="*/ 3013020 w 6884912"/>
              <a:gd name="connsiteY53" fmla="*/ 327578 h 1161397"/>
              <a:gd name="connsiteX54" fmla="*/ 3222191 w 6884912"/>
              <a:gd name="connsiteY54" fmla="*/ 307887 h 1161397"/>
              <a:gd name="connsiteX55" fmla="*/ 3227953 w 6884912"/>
              <a:gd name="connsiteY55" fmla="*/ 297650 h 1161397"/>
              <a:gd name="connsiteX56" fmla="*/ 3510042 w 6884912"/>
              <a:gd name="connsiteY56" fmla="*/ 311820 h 1161397"/>
              <a:gd name="connsiteX57" fmla="*/ 3626773 w 6884912"/>
              <a:gd name="connsiteY57" fmla="*/ 290452 h 1161397"/>
              <a:gd name="connsiteX58" fmla="*/ 3666217 w 6884912"/>
              <a:gd name="connsiteY58" fmla="*/ 273255 h 1161397"/>
              <a:gd name="connsiteX59" fmla="*/ 3732427 w 6884912"/>
              <a:gd name="connsiteY59" fmla="*/ 245039 h 1161397"/>
              <a:gd name="connsiteX60" fmla="*/ 3777022 w 6884912"/>
              <a:gd name="connsiteY60" fmla="*/ 200276 h 1161397"/>
              <a:gd name="connsiteX61" fmla="*/ 3791246 w 6884912"/>
              <a:gd name="connsiteY61" fmla="*/ 189996 h 1161397"/>
              <a:gd name="connsiteX62" fmla="*/ 3819864 w 6884912"/>
              <a:gd name="connsiteY62" fmla="*/ 194605 h 1161397"/>
              <a:gd name="connsiteX63" fmla="*/ 3830398 w 6884912"/>
              <a:gd name="connsiteY63" fmla="*/ 188383 h 1161397"/>
              <a:gd name="connsiteX64" fmla="*/ 3834360 w 6884912"/>
              <a:gd name="connsiteY64" fmla="*/ 188992 h 1161397"/>
              <a:gd name="connsiteX65" fmla="*/ 3843715 w 6884912"/>
              <a:gd name="connsiteY65" fmla="*/ 188752 h 1161397"/>
              <a:gd name="connsiteX66" fmla="*/ 3842609 w 6884912"/>
              <a:gd name="connsiteY66" fmla="*/ 197386 h 1161397"/>
              <a:gd name="connsiteX67" fmla="*/ 3853961 w 6884912"/>
              <a:gd name="connsiteY67" fmla="*/ 213380 h 1161397"/>
              <a:gd name="connsiteX68" fmla="*/ 3907640 w 6884912"/>
              <a:gd name="connsiteY68" fmla="*/ 207568 h 1161397"/>
              <a:gd name="connsiteX69" fmla="*/ 3910449 w 6884912"/>
              <a:gd name="connsiteY69" fmla="*/ 197808 h 1161397"/>
              <a:gd name="connsiteX70" fmla="*/ 3917197 w 6884912"/>
              <a:gd name="connsiteY70" fmla="*/ 196121 h 1161397"/>
              <a:gd name="connsiteX71" fmla="*/ 3922400 w 6884912"/>
              <a:gd name="connsiteY71" fmla="*/ 205056 h 1161397"/>
              <a:gd name="connsiteX72" fmla="*/ 4013061 w 6884912"/>
              <a:gd name="connsiteY72" fmla="*/ 224874 h 1161397"/>
              <a:gd name="connsiteX73" fmla="*/ 4220717 w 6884912"/>
              <a:gd name="connsiteY73" fmla="*/ 192946 h 1161397"/>
              <a:gd name="connsiteX74" fmla="*/ 4228802 w 6884912"/>
              <a:gd name="connsiteY74" fmla="*/ 201468 h 1161397"/>
              <a:gd name="connsiteX75" fmla="*/ 4289361 w 6884912"/>
              <a:gd name="connsiteY75" fmla="*/ 196642 h 1161397"/>
              <a:gd name="connsiteX76" fmla="*/ 4498913 w 6884912"/>
              <a:gd name="connsiteY76" fmla="*/ 118915 h 1161397"/>
              <a:gd name="connsiteX77" fmla="*/ 4617330 w 6884912"/>
              <a:gd name="connsiteY77" fmla="*/ 111163 h 1161397"/>
              <a:gd name="connsiteX78" fmla="*/ 4659778 w 6884912"/>
              <a:gd name="connsiteY78" fmla="*/ 118219 h 1161397"/>
              <a:gd name="connsiteX79" fmla="*/ 4730870 w 6884912"/>
              <a:gd name="connsiteY79" fmla="*/ 129432 h 1161397"/>
              <a:gd name="connsiteX80" fmla="*/ 4844073 w 6884912"/>
              <a:gd name="connsiteY80" fmla="*/ 161768 h 1161397"/>
              <a:gd name="connsiteX81" fmla="*/ 4856454 w 6884912"/>
              <a:gd name="connsiteY81" fmla="*/ 130488 h 1161397"/>
              <a:gd name="connsiteX82" fmla="*/ 4920038 w 6884912"/>
              <a:gd name="connsiteY82" fmla="*/ 140418 h 1161397"/>
              <a:gd name="connsiteX83" fmla="*/ 5016639 w 6884912"/>
              <a:gd name="connsiteY83" fmla="*/ 158905 h 1161397"/>
              <a:gd name="connsiteX84" fmla="*/ 5072009 w 6884912"/>
              <a:gd name="connsiteY84" fmla="*/ 161502 h 1161397"/>
              <a:gd name="connsiteX85" fmla="*/ 5223626 w 6884912"/>
              <a:gd name="connsiteY85" fmla="*/ 177356 h 1161397"/>
              <a:gd name="connsiteX86" fmla="*/ 5375773 w 6884912"/>
              <a:gd name="connsiteY86" fmla="*/ 199913 h 1161397"/>
              <a:gd name="connsiteX87" fmla="*/ 5467502 w 6884912"/>
              <a:gd name="connsiteY87" fmla="*/ 250963 h 1161397"/>
              <a:gd name="connsiteX88" fmla="*/ 5592395 w 6884912"/>
              <a:gd name="connsiteY88" fmla="*/ 265434 h 1161397"/>
              <a:gd name="connsiteX89" fmla="*/ 5613532 w 6884912"/>
              <a:gd name="connsiteY89" fmla="*/ 273379 h 1161397"/>
              <a:gd name="connsiteX90" fmla="*/ 5642173 w 6884912"/>
              <a:gd name="connsiteY90" fmla="*/ 266904 h 1161397"/>
              <a:gd name="connsiteX91" fmla="*/ 5756910 w 6884912"/>
              <a:gd name="connsiteY91" fmla="*/ 239211 h 1161397"/>
              <a:gd name="connsiteX92" fmla="*/ 5846667 w 6884912"/>
              <a:gd name="connsiteY92" fmla="*/ 201786 h 1161397"/>
              <a:gd name="connsiteX93" fmla="*/ 5960732 w 6884912"/>
              <a:gd name="connsiteY93" fmla="*/ 220708 h 1161397"/>
              <a:gd name="connsiteX94" fmla="*/ 6029542 w 6884912"/>
              <a:gd name="connsiteY94" fmla="*/ 210339 h 1161397"/>
              <a:gd name="connsiteX95" fmla="*/ 6141123 w 6884912"/>
              <a:gd name="connsiteY95" fmla="*/ 159923 h 1161397"/>
              <a:gd name="connsiteX96" fmla="*/ 6290640 w 6884912"/>
              <a:gd name="connsiteY96" fmla="*/ 167441 h 1161397"/>
              <a:gd name="connsiteX97" fmla="*/ 6322806 w 6884912"/>
              <a:gd name="connsiteY97" fmla="*/ 213293 h 1161397"/>
              <a:gd name="connsiteX98" fmla="*/ 6380420 w 6884912"/>
              <a:gd name="connsiteY98" fmla="*/ 173195 h 1161397"/>
              <a:gd name="connsiteX99" fmla="*/ 6507891 w 6884912"/>
              <a:gd name="connsiteY99" fmla="*/ 118474 h 1161397"/>
              <a:gd name="connsiteX100" fmla="*/ 6571807 w 6884912"/>
              <a:gd name="connsiteY100" fmla="*/ 98636 h 1161397"/>
              <a:gd name="connsiteX101" fmla="*/ 6671880 w 6884912"/>
              <a:gd name="connsiteY101" fmla="*/ 82931 h 1161397"/>
              <a:gd name="connsiteX102" fmla="*/ 6702266 w 6884912"/>
              <a:gd name="connsiteY102" fmla="*/ 75470 h 1161397"/>
              <a:gd name="connsiteX103" fmla="*/ 6845802 w 6884912"/>
              <a:gd name="connsiteY103" fmla="*/ 24496 h 1161397"/>
              <a:gd name="connsiteX104" fmla="*/ 6884912 w 6884912"/>
              <a:gd name="connsiteY104" fmla="*/ 0 h 1161397"/>
              <a:gd name="connsiteX0" fmla="*/ 6884912 w 6884912"/>
              <a:gd name="connsiteY0" fmla="*/ 0 h 1161397"/>
              <a:gd name="connsiteX1" fmla="*/ 6884912 w 6884912"/>
              <a:gd name="connsiteY1" fmla="*/ 1161397 h 1161397"/>
              <a:gd name="connsiteX2" fmla="*/ 0 w 6884912"/>
              <a:gd name="connsiteY2" fmla="*/ 1161397 h 1161397"/>
              <a:gd name="connsiteX3" fmla="*/ 27135 w 6884912"/>
              <a:gd name="connsiteY3" fmla="*/ 1147460 h 1161397"/>
              <a:gd name="connsiteX4" fmla="*/ 115388 w 6884912"/>
              <a:gd name="connsiteY4" fmla="*/ 1111320 h 1161397"/>
              <a:gd name="connsiteX5" fmla="*/ 213420 w 6884912"/>
              <a:gd name="connsiteY5" fmla="*/ 1056868 h 1161397"/>
              <a:gd name="connsiteX6" fmla="*/ 454970 w 6884912"/>
              <a:gd name="connsiteY6" fmla="*/ 1023343 h 1161397"/>
              <a:gd name="connsiteX7" fmla="*/ 601644 w 6884912"/>
              <a:gd name="connsiteY7" fmla="*/ 1003997 h 1161397"/>
              <a:gd name="connsiteX8" fmla="*/ 651408 w 6884912"/>
              <a:gd name="connsiteY8" fmla="*/ 984938 h 1161397"/>
              <a:gd name="connsiteX9" fmla="*/ 723108 w 6884912"/>
              <a:gd name="connsiteY9" fmla="*/ 980081 h 1161397"/>
              <a:gd name="connsiteX10" fmla="*/ 797699 w 6884912"/>
              <a:gd name="connsiteY10" fmla="*/ 931362 h 1161397"/>
              <a:gd name="connsiteX11" fmla="*/ 843359 w 6884912"/>
              <a:gd name="connsiteY11" fmla="*/ 910894 h 1161397"/>
              <a:gd name="connsiteX12" fmla="*/ 965215 w 6884912"/>
              <a:gd name="connsiteY12" fmla="*/ 846701 h 1161397"/>
              <a:gd name="connsiteX13" fmla="*/ 1085080 w 6884912"/>
              <a:gd name="connsiteY13" fmla="*/ 776086 h 1161397"/>
              <a:gd name="connsiteX14" fmla="*/ 1131224 w 6884912"/>
              <a:gd name="connsiteY14" fmla="*/ 706160 h 1161397"/>
              <a:gd name="connsiteX15" fmla="*/ 1138051 w 6884912"/>
              <a:gd name="connsiteY15" fmla="*/ 702034 h 1161397"/>
              <a:gd name="connsiteX16" fmla="*/ 1158800 w 6884912"/>
              <a:gd name="connsiteY16" fmla="*/ 700004 h 1161397"/>
              <a:gd name="connsiteX17" fmla="*/ 1166947 w 6884912"/>
              <a:gd name="connsiteY17" fmla="*/ 700762 h 1161397"/>
              <a:gd name="connsiteX18" fmla="*/ 1178135 w 6884912"/>
              <a:gd name="connsiteY18" fmla="*/ 698631 h 1161397"/>
              <a:gd name="connsiteX19" fmla="*/ 1178301 w 6884912"/>
              <a:gd name="connsiteY19" fmla="*/ 698094 h 1161397"/>
              <a:gd name="connsiteX20" fmla="*/ 1188995 w 6884912"/>
              <a:gd name="connsiteY20" fmla="*/ 697048 h 1161397"/>
              <a:gd name="connsiteX21" fmla="*/ 1242716 w 6884912"/>
              <a:gd name="connsiteY21" fmla="*/ 698052 h 1161397"/>
              <a:gd name="connsiteX22" fmla="*/ 1299977 w 6884912"/>
              <a:gd name="connsiteY22" fmla="*/ 639196 h 1161397"/>
              <a:gd name="connsiteX23" fmla="*/ 1326190 w 6884912"/>
              <a:gd name="connsiteY23" fmla="*/ 625955 h 1161397"/>
              <a:gd name="connsiteX24" fmla="*/ 1339600 w 6884912"/>
              <a:gd name="connsiteY24" fmla="*/ 616295 h 1161397"/>
              <a:gd name="connsiteX25" fmla="*/ 1340054 w 6884912"/>
              <a:gd name="connsiteY25" fmla="*/ 614022 h 1161397"/>
              <a:gd name="connsiteX26" fmla="*/ 1391606 w 6884912"/>
              <a:gd name="connsiteY26" fmla="*/ 615229 h 1161397"/>
              <a:gd name="connsiteX27" fmla="*/ 1397565 w 6884912"/>
              <a:gd name="connsiteY27" fmla="*/ 611490 h 1161397"/>
              <a:gd name="connsiteX28" fmla="*/ 1432302 w 6884912"/>
              <a:gd name="connsiteY28" fmla="*/ 617267 h 1161397"/>
              <a:gd name="connsiteX29" fmla="*/ 1449644 w 6884912"/>
              <a:gd name="connsiteY29" fmla="*/ 617591 h 1161397"/>
              <a:gd name="connsiteX30" fmla="*/ 1455793 w 6884912"/>
              <a:gd name="connsiteY30" fmla="*/ 623174 h 1161397"/>
              <a:gd name="connsiteX31" fmla="*/ 1480758 w 6884912"/>
              <a:gd name="connsiteY31" fmla="*/ 620863 h 1161397"/>
              <a:gd name="connsiteX32" fmla="*/ 1483154 w 6884912"/>
              <a:gd name="connsiteY32" fmla="*/ 618527 h 1161397"/>
              <a:gd name="connsiteX33" fmla="*/ 1505495 w 6884912"/>
              <a:gd name="connsiteY33" fmla="*/ 624325 h 1161397"/>
              <a:gd name="connsiteX34" fmla="*/ 1526340 w 6884912"/>
              <a:gd name="connsiteY34" fmla="*/ 638496 h 1161397"/>
              <a:gd name="connsiteX35" fmla="*/ 1731986 w 6884912"/>
              <a:gd name="connsiteY35" fmla="*/ 589682 h 1161397"/>
              <a:gd name="connsiteX36" fmla="*/ 1927935 w 6884912"/>
              <a:gd name="connsiteY36" fmla="*/ 628540 h 1161397"/>
              <a:gd name="connsiteX37" fmla="*/ 2039075 w 6884912"/>
              <a:gd name="connsiteY37" fmla="*/ 599964 h 1161397"/>
              <a:gd name="connsiteX38" fmla="*/ 2066980 w 6884912"/>
              <a:gd name="connsiteY38" fmla="*/ 550413 h 1161397"/>
              <a:gd name="connsiteX39" fmla="*/ 2352236 w 6884912"/>
              <a:gd name="connsiteY39" fmla="*/ 519602 h 1161397"/>
              <a:gd name="connsiteX40" fmla="*/ 2420791 w 6884912"/>
              <a:gd name="connsiteY40" fmla="*/ 492826 h 1161397"/>
              <a:gd name="connsiteX41" fmla="*/ 2489932 w 6884912"/>
              <a:gd name="connsiteY41" fmla="*/ 507864 h 1161397"/>
              <a:gd name="connsiteX42" fmla="*/ 2512917 w 6884912"/>
              <a:gd name="connsiteY42" fmla="*/ 489127 h 1161397"/>
              <a:gd name="connsiteX43" fmla="*/ 2516783 w 6884912"/>
              <a:gd name="connsiteY43" fmla="*/ 485473 h 1161397"/>
              <a:gd name="connsiteX44" fmla="*/ 2534360 w 6884912"/>
              <a:gd name="connsiteY44" fmla="*/ 480064 h 1161397"/>
              <a:gd name="connsiteX45" fmla="*/ 2536691 w 6884912"/>
              <a:gd name="connsiteY45" fmla="*/ 467018 h 1161397"/>
              <a:gd name="connsiteX46" fmla="*/ 2561265 w 6884912"/>
              <a:gd name="connsiteY46" fmla="*/ 450623 h 1161397"/>
              <a:gd name="connsiteX47" fmla="*/ 2594349 w 6884912"/>
              <a:gd name="connsiteY47" fmla="*/ 443884 h 1161397"/>
              <a:gd name="connsiteX48" fmla="*/ 2754324 w 6884912"/>
              <a:gd name="connsiteY48" fmla="*/ 424766 h 1161397"/>
              <a:gd name="connsiteX49" fmla="*/ 2848470 w 6884912"/>
              <a:gd name="connsiteY49" fmla="*/ 405966 h 1161397"/>
              <a:gd name="connsiteX50" fmla="*/ 2881772 w 6884912"/>
              <a:gd name="connsiteY50" fmla="*/ 387260 h 1161397"/>
              <a:gd name="connsiteX51" fmla="*/ 2929932 w 6884912"/>
              <a:gd name="connsiteY51" fmla="*/ 368912 h 1161397"/>
              <a:gd name="connsiteX52" fmla="*/ 3013020 w 6884912"/>
              <a:gd name="connsiteY52" fmla="*/ 327578 h 1161397"/>
              <a:gd name="connsiteX53" fmla="*/ 3222191 w 6884912"/>
              <a:gd name="connsiteY53" fmla="*/ 307887 h 1161397"/>
              <a:gd name="connsiteX54" fmla="*/ 3227953 w 6884912"/>
              <a:gd name="connsiteY54" fmla="*/ 297650 h 1161397"/>
              <a:gd name="connsiteX55" fmla="*/ 3510042 w 6884912"/>
              <a:gd name="connsiteY55" fmla="*/ 311820 h 1161397"/>
              <a:gd name="connsiteX56" fmla="*/ 3626773 w 6884912"/>
              <a:gd name="connsiteY56" fmla="*/ 290452 h 1161397"/>
              <a:gd name="connsiteX57" fmla="*/ 3666217 w 6884912"/>
              <a:gd name="connsiteY57" fmla="*/ 273255 h 1161397"/>
              <a:gd name="connsiteX58" fmla="*/ 3732427 w 6884912"/>
              <a:gd name="connsiteY58" fmla="*/ 245039 h 1161397"/>
              <a:gd name="connsiteX59" fmla="*/ 3777022 w 6884912"/>
              <a:gd name="connsiteY59" fmla="*/ 200276 h 1161397"/>
              <a:gd name="connsiteX60" fmla="*/ 3791246 w 6884912"/>
              <a:gd name="connsiteY60" fmla="*/ 189996 h 1161397"/>
              <a:gd name="connsiteX61" fmla="*/ 3819864 w 6884912"/>
              <a:gd name="connsiteY61" fmla="*/ 194605 h 1161397"/>
              <a:gd name="connsiteX62" fmla="*/ 3830398 w 6884912"/>
              <a:gd name="connsiteY62" fmla="*/ 188383 h 1161397"/>
              <a:gd name="connsiteX63" fmla="*/ 3834360 w 6884912"/>
              <a:gd name="connsiteY63" fmla="*/ 188992 h 1161397"/>
              <a:gd name="connsiteX64" fmla="*/ 3843715 w 6884912"/>
              <a:gd name="connsiteY64" fmla="*/ 188752 h 1161397"/>
              <a:gd name="connsiteX65" fmla="*/ 3842609 w 6884912"/>
              <a:gd name="connsiteY65" fmla="*/ 197386 h 1161397"/>
              <a:gd name="connsiteX66" fmla="*/ 3853961 w 6884912"/>
              <a:gd name="connsiteY66" fmla="*/ 213380 h 1161397"/>
              <a:gd name="connsiteX67" fmla="*/ 3907640 w 6884912"/>
              <a:gd name="connsiteY67" fmla="*/ 207568 h 1161397"/>
              <a:gd name="connsiteX68" fmla="*/ 3910449 w 6884912"/>
              <a:gd name="connsiteY68" fmla="*/ 197808 h 1161397"/>
              <a:gd name="connsiteX69" fmla="*/ 3917197 w 6884912"/>
              <a:gd name="connsiteY69" fmla="*/ 196121 h 1161397"/>
              <a:gd name="connsiteX70" fmla="*/ 3922400 w 6884912"/>
              <a:gd name="connsiteY70" fmla="*/ 205056 h 1161397"/>
              <a:gd name="connsiteX71" fmla="*/ 4013061 w 6884912"/>
              <a:gd name="connsiteY71" fmla="*/ 224874 h 1161397"/>
              <a:gd name="connsiteX72" fmla="*/ 4220717 w 6884912"/>
              <a:gd name="connsiteY72" fmla="*/ 192946 h 1161397"/>
              <a:gd name="connsiteX73" fmla="*/ 4228802 w 6884912"/>
              <a:gd name="connsiteY73" fmla="*/ 201468 h 1161397"/>
              <a:gd name="connsiteX74" fmla="*/ 4289361 w 6884912"/>
              <a:gd name="connsiteY74" fmla="*/ 196642 h 1161397"/>
              <a:gd name="connsiteX75" fmla="*/ 4498913 w 6884912"/>
              <a:gd name="connsiteY75" fmla="*/ 118915 h 1161397"/>
              <a:gd name="connsiteX76" fmla="*/ 4617330 w 6884912"/>
              <a:gd name="connsiteY76" fmla="*/ 111163 h 1161397"/>
              <a:gd name="connsiteX77" fmla="*/ 4659778 w 6884912"/>
              <a:gd name="connsiteY77" fmla="*/ 118219 h 1161397"/>
              <a:gd name="connsiteX78" fmla="*/ 4730870 w 6884912"/>
              <a:gd name="connsiteY78" fmla="*/ 129432 h 1161397"/>
              <a:gd name="connsiteX79" fmla="*/ 4844073 w 6884912"/>
              <a:gd name="connsiteY79" fmla="*/ 161768 h 1161397"/>
              <a:gd name="connsiteX80" fmla="*/ 4856454 w 6884912"/>
              <a:gd name="connsiteY80" fmla="*/ 130488 h 1161397"/>
              <a:gd name="connsiteX81" fmla="*/ 4920038 w 6884912"/>
              <a:gd name="connsiteY81" fmla="*/ 140418 h 1161397"/>
              <a:gd name="connsiteX82" fmla="*/ 5016639 w 6884912"/>
              <a:gd name="connsiteY82" fmla="*/ 158905 h 1161397"/>
              <a:gd name="connsiteX83" fmla="*/ 5072009 w 6884912"/>
              <a:gd name="connsiteY83" fmla="*/ 161502 h 1161397"/>
              <a:gd name="connsiteX84" fmla="*/ 5223626 w 6884912"/>
              <a:gd name="connsiteY84" fmla="*/ 177356 h 1161397"/>
              <a:gd name="connsiteX85" fmla="*/ 5375773 w 6884912"/>
              <a:gd name="connsiteY85" fmla="*/ 199913 h 1161397"/>
              <a:gd name="connsiteX86" fmla="*/ 5467502 w 6884912"/>
              <a:gd name="connsiteY86" fmla="*/ 250963 h 1161397"/>
              <a:gd name="connsiteX87" fmla="*/ 5592395 w 6884912"/>
              <a:gd name="connsiteY87" fmla="*/ 265434 h 1161397"/>
              <a:gd name="connsiteX88" fmla="*/ 5613532 w 6884912"/>
              <a:gd name="connsiteY88" fmla="*/ 273379 h 1161397"/>
              <a:gd name="connsiteX89" fmla="*/ 5642173 w 6884912"/>
              <a:gd name="connsiteY89" fmla="*/ 266904 h 1161397"/>
              <a:gd name="connsiteX90" fmla="*/ 5756910 w 6884912"/>
              <a:gd name="connsiteY90" fmla="*/ 239211 h 1161397"/>
              <a:gd name="connsiteX91" fmla="*/ 5846667 w 6884912"/>
              <a:gd name="connsiteY91" fmla="*/ 201786 h 1161397"/>
              <a:gd name="connsiteX92" fmla="*/ 5960732 w 6884912"/>
              <a:gd name="connsiteY92" fmla="*/ 220708 h 1161397"/>
              <a:gd name="connsiteX93" fmla="*/ 6029542 w 6884912"/>
              <a:gd name="connsiteY93" fmla="*/ 210339 h 1161397"/>
              <a:gd name="connsiteX94" fmla="*/ 6141123 w 6884912"/>
              <a:gd name="connsiteY94" fmla="*/ 159923 h 1161397"/>
              <a:gd name="connsiteX95" fmla="*/ 6290640 w 6884912"/>
              <a:gd name="connsiteY95" fmla="*/ 167441 h 1161397"/>
              <a:gd name="connsiteX96" fmla="*/ 6322806 w 6884912"/>
              <a:gd name="connsiteY96" fmla="*/ 213293 h 1161397"/>
              <a:gd name="connsiteX97" fmla="*/ 6380420 w 6884912"/>
              <a:gd name="connsiteY97" fmla="*/ 173195 h 1161397"/>
              <a:gd name="connsiteX98" fmla="*/ 6507891 w 6884912"/>
              <a:gd name="connsiteY98" fmla="*/ 118474 h 1161397"/>
              <a:gd name="connsiteX99" fmla="*/ 6571807 w 6884912"/>
              <a:gd name="connsiteY99" fmla="*/ 98636 h 1161397"/>
              <a:gd name="connsiteX100" fmla="*/ 6671880 w 6884912"/>
              <a:gd name="connsiteY100" fmla="*/ 82931 h 1161397"/>
              <a:gd name="connsiteX101" fmla="*/ 6702266 w 6884912"/>
              <a:gd name="connsiteY101" fmla="*/ 75470 h 1161397"/>
              <a:gd name="connsiteX102" fmla="*/ 6845802 w 6884912"/>
              <a:gd name="connsiteY102" fmla="*/ 24496 h 1161397"/>
              <a:gd name="connsiteX103" fmla="*/ 6884912 w 6884912"/>
              <a:gd name="connsiteY103" fmla="*/ 0 h 1161397"/>
              <a:gd name="connsiteX0" fmla="*/ 6884912 w 6884912"/>
              <a:gd name="connsiteY0" fmla="*/ 0 h 1161397"/>
              <a:gd name="connsiteX1" fmla="*/ 6884912 w 6884912"/>
              <a:gd name="connsiteY1" fmla="*/ 1161397 h 1161397"/>
              <a:gd name="connsiteX2" fmla="*/ 0 w 6884912"/>
              <a:gd name="connsiteY2" fmla="*/ 1161397 h 1161397"/>
              <a:gd name="connsiteX3" fmla="*/ 27135 w 6884912"/>
              <a:gd name="connsiteY3" fmla="*/ 1147460 h 1161397"/>
              <a:gd name="connsiteX4" fmla="*/ 115388 w 6884912"/>
              <a:gd name="connsiteY4" fmla="*/ 1111320 h 1161397"/>
              <a:gd name="connsiteX5" fmla="*/ 213420 w 6884912"/>
              <a:gd name="connsiteY5" fmla="*/ 1056868 h 1161397"/>
              <a:gd name="connsiteX6" fmla="*/ 454970 w 6884912"/>
              <a:gd name="connsiteY6" fmla="*/ 1023343 h 1161397"/>
              <a:gd name="connsiteX7" fmla="*/ 548162 w 6884912"/>
              <a:gd name="connsiteY7" fmla="*/ 984908 h 1161397"/>
              <a:gd name="connsiteX8" fmla="*/ 651408 w 6884912"/>
              <a:gd name="connsiteY8" fmla="*/ 984938 h 1161397"/>
              <a:gd name="connsiteX9" fmla="*/ 723108 w 6884912"/>
              <a:gd name="connsiteY9" fmla="*/ 980081 h 1161397"/>
              <a:gd name="connsiteX10" fmla="*/ 797699 w 6884912"/>
              <a:gd name="connsiteY10" fmla="*/ 931362 h 1161397"/>
              <a:gd name="connsiteX11" fmla="*/ 843359 w 6884912"/>
              <a:gd name="connsiteY11" fmla="*/ 910894 h 1161397"/>
              <a:gd name="connsiteX12" fmla="*/ 965215 w 6884912"/>
              <a:gd name="connsiteY12" fmla="*/ 846701 h 1161397"/>
              <a:gd name="connsiteX13" fmla="*/ 1085080 w 6884912"/>
              <a:gd name="connsiteY13" fmla="*/ 776086 h 1161397"/>
              <a:gd name="connsiteX14" fmla="*/ 1131224 w 6884912"/>
              <a:gd name="connsiteY14" fmla="*/ 706160 h 1161397"/>
              <a:gd name="connsiteX15" fmla="*/ 1138051 w 6884912"/>
              <a:gd name="connsiteY15" fmla="*/ 702034 h 1161397"/>
              <a:gd name="connsiteX16" fmla="*/ 1158800 w 6884912"/>
              <a:gd name="connsiteY16" fmla="*/ 700004 h 1161397"/>
              <a:gd name="connsiteX17" fmla="*/ 1166947 w 6884912"/>
              <a:gd name="connsiteY17" fmla="*/ 700762 h 1161397"/>
              <a:gd name="connsiteX18" fmla="*/ 1178135 w 6884912"/>
              <a:gd name="connsiteY18" fmla="*/ 698631 h 1161397"/>
              <a:gd name="connsiteX19" fmla="*/ 1178301 w 6884912"/>
              <a:gd name="connsiteY19" fmla="*/ 698094 h 1161397"/>
              <a:gd name="connsiteX20" fmla="*/ 1188995 w 6884912"/>
              <a:gd name="connsiteY20" fmla="*/ 697048 h 1161397"/>
              <a:gd name="connsiteX21" fmla="*/ 1242716 w 6884912"/>
              <a:gd name="connsiteY21" fmla="*/ 698052 h 1161397"/>
              <a:gd name="connsiteX22" fmla="*/ 1299977 w 6884912"/>
              <a:gd name="connsiteY22" fmla="*/ 639196 h 1161397"/>
              <a:gd name="connsiteX23" fmla="*/ 1326190 w 6884912"/>
              <a:gd name="connsiteY23" fmla="*/ 625955 h 1161397"/>
              <a:gd name="connsiteX24" fmla="*/ 1339600 w 6884912"/>
              <a:gd name="connsiteY24" fmla="*/ 616295 h 1161397"/>
              <a:gd name="connsiteX25" fmla="*/ 1340054 w 6884912"/>
              <a:gd name="connsiteY25" fmla="*/ 614022 h 1161397"/>
              <a:gd name="connsiteX26" fmla="*/ 1391606 w 6884912"/>
              <a:gd name="connsiteY26" fmla="*/ 615229 h 1161397"/>
              <a:gd name="connsiteX27" fmla="*/ 1397565 w 6884912"/>
              <a:gd name="connsiteY27" fmla="*/ 611490 h 1161397"/>
              <a:gd name="connsiteX28" fmla="*/ 1432302 w 6884912"/>
              <a:gd name="connsiteY28" fmla="*/ 617267 h 1161397"/>
              <a:gd name="connsiteX29" fmla="*/ 1449644 w 6884912"/>
              <a:gd name="connsiteY29" fmla="*/ 617591 h 1161397"/>
              <a:gd name="connsiteX30" fmla="*/ 1455793 w 6884912"/>
              <a:gd name="connsiteY30" fmla="*/ 623174 h 1161397"/>
              <a:gd name="connsiteX31" fmla="*/ 1480758 w 6884912"/>
              <a:gd name="connsiteY31" fmla="*/ 620863 h 1161397"/>
              <a:gd name="connsiteX32" fmla="*/ 1483154 w 6884912"/>
              <a:gd name="connsiteY32" fmla="*/ 618527 h 1161397"/>
              <a:gd name="connsiteX33" fmla="*/ 1505495 w 6884912"/>
              <a:gd name="connsiteY33" fmla="*/ 624325 h 1161397"/>
              <a:gd name="connsiteX34" fmla="*/ 1526340 w 6884912"/>
              <a:gd name="connsiteY34" fmla="*/ 638496 h 1161397"/>
              <a:gd name="connsiteX35" fmla="*/ 1731986 w 6884912"/>
              <a:gd name="connsiteY35" fmla="*/ 589682 h 1161397"/>
              <a:gd name="connsiteX36" fmla="*/ 1927935 w 6884912"/>
              <a:gd name="connsiteY36" fmla="*/ 628540 h 1161397"/>
              <a:gd name="connsiteX37" fmla="*/ 2039075 w 6884912"/>
              <a:gd name="connsiteY37" fmla="*/ 599964 h 1161397"/>
              <a:gd name="connsiteX38" fmla="*/ 2066980 w 6884912"/>
              <a:gd name="connsiteY38" fmla="*/ 550413 h 1161397"/>
              <a:gd name="connsiteX39" fmla="*/ 2352236 w 6884912"/>
              <a:gd name="connsiteY39" fmla="*/ 519602 h 1161397"/>
              <a:gd name="connsiteX40" fmla="*/ 2420791 w 6884912"/>
              <a:gd name="connsiteY40" fmla="*/ 492826 h 1161397"/>
              <a:gd name="connsiteX41" fmla="*/ 2489932 w 6884912"/>
              <a:gd name="connsiteY41" fmla="*/ 507864 h 1161397"/>
              <a:gd name="connsiteX42" fmla="*/ 2512917 w 6884912"/>
              <a:gd name="connsiteY42" fmla="*/ 489127 h 1161397"/>
              <a:gd name="connsiteX43" fmla="*/ 2516783 w 6884912"/>
              <a:gd name="connsiteY43" fmla="*/ 485473 h 1161397"/>
              <a:gd name="connsiteX44" fmla="*/ 2534360 w 6884912"/>
              <a:gd name="connsiteY44" fmla="*/ 480064 h 1161397"/>
              <a:gd name="connsiteX45" fmla="*/ 2536691 w 6884912"/>
              <a:gd name="connsiteY45" fmla="*/ 467018 h 1161397"/>
              <a:gd name="connsiteX46" fmla="*/ 2561265 w 6884912"/>
              <a:gd name="connsiteY46" fmla="*/ 450623 h 1161397"/>
              <a:gd name="connsiteX47" fmla="*/ 2594349 w 6884912"/>
              <a:gd name="connsiteY47" fmla="*/ 443884 h 1161397"/>
              <a:gd name="connsiteX48" fmla="*/ 2754324 w 6884912"/>
              <a:gd name="connsiteY48" fmla="*/ 424766 h 1161397"/>
              <a:gd name="connsiteX49" fmla="*/ 2848470 w 6884912"/>
              <a:gd name="connsiteY49" fmla="*/ 405966 h 1161397"/>
              <a:gd name="connsiteX50" fmla="*/ 2881772 w 6884912"/>
              <a:gd name="connsiteY50" fmla="*/ 387260 h 1161397"/>
              <a:gd name="connsiteX51" fmla="*/ 2929932 w 6884912"/>
              <a:gd name="connsiteY51" fmla="*/ 368912 h 1161397"/>
              <a:gd name="connsiteX52" fmla="*/ 3013020 w 6884912"/>
              <a:gd name="connsiteY52" fmla="*/ 327578 h 1161397"/>
              <a:gd name="connsiteX53" fmla="*/ 3222191 w 6884912"/>
              <a:gd name="connsiteY53" fmla="*/ 307887 h 1161397"/>
              <a:gd name="connsiteX54" fmla="*/ 3227953 w 6884912"/>
              <a:gd name="connsiteY54" fmla="*/ 297650 h 1161397"/>
              <a:gd name="connsiteX55" fmla="*/ 3510042 w 6884912"/>
              <a:gd name="connsiteY55" fmla="*/ 311820 h 1161397"/>
              <a:gd name="connsiteX56" fmla="*/ 3626773 w 6884912"/>
              <a:gd name="connsiteY56" fmla="*/ 290452 h 1161397"/>
              <a:gd name="connsiteX57" fmla="*/ 3666217 w 6884912"/>
              <a:gd name="connsiteY57" fmla="*/ 273255 h 1161397"/>
              <a:gd name="connsiteX58" fmla="*/ 3732427 w 6884912"/>
              <a:gd name="connsiteY58" fmla="*/ 245039 h 1161397"/>
              <a:gd name="connsiteX59" fmla="*/ 3777022 w 6884912"/>
              <a:gd name="connsiteY59" fmla="*/ 200276 h 1161397"/>
              <a:gd name="connsiteX60" fmla="*/ 3791246 w 6884912"/>
              <a:gd name="connsiteY60" fmla="*/ 189996 h 1161397"/>
              <a:gd name="connsiteX61" fmla="*/ 3819864 w 6884912"/>
              <a:gd name="connsiteY61" fmla="*/ 194605 h 1161397"/>
              <a:gd name="connsiteX62" fmla="*/ 3830398 w 6884912"/>
              <a:gd name="connsiteY62" fmla="*/ 188383 h 1161397"/>
              <a:gd name="connsiteX63" fmla="*/ 3834360 w 6884912"/>
              <a:gd name="connsiteY63" fmla="*/ 188992 h 1161397"/>
              <a:gd name="connsiteX64" fmla="*/ 3843715 w 6884912"/>
              <a:gd name="connsiteY64" fmla="*/ 188752 h 1161397"/>
              <a:gd name="connsiteX65" fmla="*/ 3842609 w 6884912"/>
              <a:gd name="connsiteY65" fmla="*/ 197386 h 1161397"/>
              <a:gd name="connsiteX66" fmla="*/ 3853961 w 6884912"/>
              <a:gd name="connsiteY66" fmla="*/ 213380 h 1161397"/>
              <a:gd name="connsiteX67" fmla="*/ 3907640 w 6884912"/>
              <a:gd name="connsiteY67" fmla="*/ 207568 h 1161397"/>
              <a:gd name="connsiteX68" fmla="*/ 3910449 w 6884912"/>
              <a:gd name="connsiteY68" fmla="*/ 197808 h 1161397"/>
              <a:gd name="connsiteX69" fmla="*/ 3917197 w 6884912"/>
              <a:gd name="connsiteY69" fmla="*/ 196121 h 1161397"/>
              <a:gd name="connsiteX70" fmla="*/ 3922400 w 6884912"/>
              <a:gd name="connsiteY70" fmla="*/ 205056 h 1161397"/>
              <a:gd name="connsiteX71" fmla="*/ 4013061 w 6884912"/>
              <a:gd name="connsiteY71" fmla="*/ 224874 h 1161397"/>
              <a:gd name="connsiteX72" fmla="*/ 4220717 w 6884912"/>
              <a:gd name="connsiteY72" fmla="*/ 192946 h 1161397"/>
              <a:gd name="connsiteX73" fmla="*/ 4228802 w 6884912"/>
              <a:gd name="connsiteY73" fmla="*/ 201468 h 1161397"/>
              <a:gd name="connsiteX74" fmla="*/ 4289361 w 6884912"/>
              <a:gd name="connsiteY74" fmla="*/ 196642 h 1161397"/>
              <a:gd name="connsiteX75" fmla="*/ 4498913 w 6884912"/>
              <a:gd name="connsiteY75" fmla="*/ 118915 h 1161397"/>
              <a:gd name="connsiteX76" fmla="*/ 4617330 w 6884912"/>
              <a:gd name="connsiteY76" fmla="*/ 111163 h 1161397"/>
              <a:gd name="connsiteX77" fmla="*/ 4659778 w 6884912"/>
              <a:gd name="connsiteY77" fmla="*/ 118219 h 1161397"/>
              <a:gd name="connsiteX78" fmla="*/ 4730870 w 6884912"/>
              <a:gd name="connsiteY78" fmla="*/ 129432 h 1161397"/>
              <a:gd name="connsiteX79" fmla="*/ 4844073 w 6884912"/>
              <a:gd name="connsiteY79" fmla="*/ 161768 h 1161397"/>
              <a:gd name="connsiteX80" fmla="*/ 4856454 w 6884912"/>
              <a:gd name="connsiteY80" fmla="*/ 130488 h 1161397"/>
              <a:gd name="connsiteX81" fmla="*/ 4920038 w 6884912"/>
              <a:gd name="connsiteY81" fmla="*/ 140418 h 1161397"/>
              <a:gd name="connsiteX82" fmla="*/ 5016639 w 6884912"/>
              <a:gd name="connsiteY82" fmla="*/ 158905 h 1161397"/>
              <a:gd name="connsiteX83" fmla="*/ 5072009 w 6884912"/>
              <a:gd name="connsiteY83" fmla="*/ 161502 h 1161397"/>
              <a:gd name="connsiteX84" fmla="*/ 5223626 w 6884912"/>
              <a:gd name="connsiteY84" fmla="*/ 177356 h 1161397"/>
              <a:gd name="connsiteX85" fmla="*/ 5375773 w 6884912"/>
              <a:gd name="connsiteY85" fmla="*/ 199913 h 1161397"/>
              <a:gd name="connsiteX86" fmla="*/ 5467502 w 6884912"/>
              <a:gd name="connsiteY86" fmla="*/ 250963 h 1161397"/>
              <a:gd name="connsiteX87" fmla="*/ 5592395 w 6884912"/>
              <a:gd name="connsiteY87" fmla="*/ 265434 h 1161397"/>
              <a:gd name="connsiteX88" fmla="*/ 5613532 w 6884912"/>
              <a:gd name="connsiteY88" fmla="*/ 273379 h 1161397"/>
              <a:gd name="connsiteX89" fmla="*/ 5642173 w 6884912"/>
              <a:gd name="connsiteY89" fmla="*/ 266904 h 1161397"/>
              <a:gd name="connsiteX90" fmla="*/ 5756910 w 6884912"/>
              <a:gd name="connsiteY90" fmla="*/ 239211 h 1161397"/>
              <a:gd name="connsiteX91" fmla="*/ 5846667 w 6884912"/>
              <a:gd name="connsiteY91" fmla="*/ 201786 h 1161397"/>
              <a:gd name="connsiteX92" fmla="*/ 5960732 w 6884912"/>
              <a:gd name="connsiteY92" fmla="*/ 220708 h 1161397"/>
              <a:gd name="connsiteX93" fmla="*/ 6029542 w 6884912"/>
              <a:gd name="connsiteY93" fmla="*/ 210339 h 1161397"/>
              <a:gd name="connsiteX94" fmla="*/ 6141123 w 6884912"/>
              <a:gd name="connsiteY94" fmla="*/ 159923 h 1161397"/>
              <a:gd name="connsiteX95" fmla="*/ 6290640 w 6884912"/>
              <a:gd name="connsiteY95" fmla="*/ 167441 h 1161397"/>
              <a:gd name="connsiteX96" fmla="*/ 6322806 w 6884912"/>
              <a:gd name="connsiteY96" fmla="*/ 213293 h 1161397"/>
              <a:gd name="connsiteX97" fmla="*/ 6380420 w 6884912"/>
              <a:gd name="connsiteY97" fmla="*/ 173195 h 1161397"/>
              <a:gd name="connsiteX98" fmla="*/ 6507891 w 6884912"/>
              <a:gd name="connsiteY98" fmla="*/ 118474 h 1161397"/>
              <a:gd name="connsiteX99" fmla="*/ 6571807 w 6884912"/>
              <a:gd name="connsiteY99" fmla="*/ 98636 h 1161397"/>
              <a:gd name="connsiteX100" fmla="*/ 6671880 w 6884912"/>
              <a:gd name="connsiteY100" fmla="*/ 82931 h 1161397"/>
              <a:gd name="connsiteX101" fmla="*/ 6702266 w 6884912"/>
              <a:gd name="connsiteY101" fmla="*/ 75470 h 1161397"/>
              <a:gd name="connsiteX102" fmla="*/ 6845802 w 6884912"/>
              <a:gd name="connsiteY102" fmla="*/ 24496 h 1161397"/>
              <a:gd name="connsiteX103" fmla="*/ 6884912 w 6884912"/>
              <a:gd name="connsiteY103" fmla="*/ 0 h 1161397"/>
              <a:gd name="connsiteX0" fmla="*/ 6884912 w 6884912"/>
              <a:gd name="connsiteY0" fmla="*/ 0 h 1161397"/>
              <a:gd name="connsiteX1" fmla="*/ 6884912 w 6884912"/>
              <a:gd name="connsiteY1" fmla="*/ 1161397 h 1161397"/>
              <a:gd name="connsiteX2" fmla="*/ 0 w 6884912"/>
              <a:gd name="connsiteY2" fmla="*/ 1161397 h 1161397"/>
              <a:gd name="connsiteX3" fmla="*/ 27135 w 6884912"/>
              <a:gd name="connsiteY3" fmla="*/ 1147460 h 1161397"/>
              <a:gd name="connsiteX4" fmla="*/ 115388 w 6884912"/>
              <a:gd name="connsiteY4" fmla="*/ 1111320 h 1161397"/>
              <a:gd name="connsiteX5" fmla="*/ 213420 w 6884912"/>
              <a:gd name="connsiteY5" fmla="*/ 1056868 h 1161397"/>
              <a:gd name="connsiteX6" fmla="*/ 454970 w 6884912"/>
              <a:gd name="connsiteY6" fmla="*/ 1023343 h 1161397"/>
              <a:gd name="connsiteX7" fmla="*/ 548162 w 6884912"/>
              <a:gd name="connsiteY7" fmla="*/ 984908 h 1161397"/>
              <a:gd name="connsiteX8" fmla="*/ 651408 w 6884912"/>
              <a:gd name="connsiteY8" fmla="*/ 984938 h 1161397"/>
              <a:gd name="connsiteX9" fmla="*/ 723108 w 6884912"/>
              <a:gd name="connsiteY9" fmla="*/ 941904 h 1161397"/>
              <a:gd name="connsiteX10" fmla="*/ 797699 w 6884912"/>
              <a:gd name="connsiteY10" fmla="*/ 931362 h 1161397"/>
              <a:gd name="connsiteX11" fmla="*/ 843359 w 6884912"/>
              <a:gd name="connsiteY11" fmla="*/ 910894 h 1161397"/>
              <a:gd name="connsiteX12" fmla="*/ 965215 w 6884912"/>
              <a:gd name="connsiteY12" fmla="*/ 846701 h 1161397"/>
              <a:gd name="connsiteX13" fmla="*/ 1085080 w 6884912"/>
              <a:gd name="connsiteY13" fmla="*/ 776086 h 1161397"/>
              <a:gd name="connsiteX14" fmla="*/ 1131224 w 6884912"/>
              <a:gd name="connsiteY14" fmla="*/ 706160 h 1161397"/>
              <a:gd name="connsiteX15" fmla="*/ 1138051 w 6884912"/>
              <a:gd name="connsiteY15" fmla="*/ 702034 h 1161397"/>
              <a:gd name="connsiteX16" fmla="*/ 1158800 w 6884912"/>
              <a:gd name="connsiteY16" fmla="*/ 700004 h 1161397"/>
              <a:gd name="connsiteX17" fmla="*/ 1166947 w 6884912"/>
              <a:gd name="connsiteY17" fmla="*/ 700762 h 1161397"/>
              <a:gd name="connsiteX18" fmla="*/ 1178135 w 6884912"/>
              <a:gd name="connsiteY18" fmla="*/ 698631 h 1161397"/>
              <a:gd name="connsiteX19" fmla="*/ 1178301 w 6884912"/>
              <a:gd name="connsiteY19" fmla="*/ 698094 h 1161397"/>
              <a:gd name="connsiteX20" fmla="*/ 1188995 w 6884912"/>
              <a:gd name="connsiteY20" fmla="*/ 697048 h 1161397"/>
              <a:gd name="connsiteX21" fmla="*/ 1242716 w 6884912"/>
              <a:gd name="connsiteY21" fmla="*/ 698052 h 1161397"/>
              <a:gd name="connsiteX22" fmla="*/ 1299977 w 6884912"/>
              <a:gd name="connsiteY22" fmla="*/ 639196 h 1161397"/>
              <a:gd name="connsiteX23" fmla="*/ 1326190 w 6884912"/>
              <a:gd name="connsiteY23" fmla="*/ 625955 h 1161397"/>
              <a:gd name="connsiteX24" fmla="*/ 1339600 w 6884912"/>
              <a:gd name="connsiteY24" fmla="*/ 616295 h 1161397"/>
              <a:gd name="connsiteX25" fmla="*/ 1340054 w 6884912"/>
              <a:gd name="connsiteY25" fmla="*/ 614022 h 1161397"/>
              <a:gd name="connsiteX26" fmla="*/ 1391606 w 6884912"/>
              <a:gd name="connsiteY26" fmla="*/ 615229 h 1161397"/>
              <a:gd name="connsiteX27" fmla="*/ 1397565 w 6884912"/>
              <a:gd name="connsiteY27" fmla="*/ 611490 h 1161397"/>
              <a:gd name="connsiteX28" fmla="*/ 1432302 w 6884912"/>
              <a:gd name="connsiteY28" fmla="*/ 617267 h 1161397"/>
              <a:gd name="connsiteX29" fmla="*/ 1449644 w 6884912"/>
              <a:gd name="connsiteY29" fmla="*/ 617591 h 1161397"/>
              <a:gd name="connsiteX30" fmla="*/ 1455793 w 6884912"/>
              <a:gd name="connsiteY30" fmla="*/ 623174 h 1161397"/>
              <a:gd name="connsiteX31" fmla="*/ 1480758 w 6884912"/>
              <a:gd name="connsiteY31" fmla="*/ 620863 h 1161397"/>
              <a:gd name="connsiteX32" fmla="*/ 1483154 w 6884912"/>
              <a:gd name="connsiteY32" fmla="*/ 618527 h 1161397"/>
              <a:gd name="connsiteX33" fmla="*/ 1505495 w 6884912"/>
              <a:gd name="connsiteY33" fmla="*/ 624325 h 1161397"/>
              <a:gd name="connsiteX34" fmla="*/ 1526340 w 6884912"/>
              <a:gd name="connsiteY34" fmla="*/ 638496 h 1161397"/>
              <a:gd name="connsiteX35" fmla="*/ 1731986 w 6884912"/>
              <a:gd name="connsiteY35" fmla="*/ 589682 h 1161397"/>
              <a:gd name="connsiteX36" fmla="*/ 1927935 w 6884912"/>
              <a:gd name="connsiteY36" fmla="*/ 628540 h 1161397"/>
              <a:gd name="connsiteX37" fmla="*/ 2039075 w 6884912"/>
              <a:gd name="connsiteY37" fmla="*/ 599964 h 1161397"/>
              <a:gd name="connsiteX38" fmla="*/ 2066980 w 6884912"/>
              <a:gd name="connsiteY38" fmla="*/ 550413 h 1161397"/>
              <a:gd name="connsiteX39" fmla="*/ 2352236 w 6884912"/>
              <a:gd name="connsiteY39" fmla="*/ 519602 h 1161397"/>
              <a:gd name="connsiteX40" fmla="*/ 2420791 w 6884912"/>
              <a:gd name="connsiteY40" fmla="*/ 492826 h 1161397"/>
              <a:gd name="connsiteX41" fmla="*/ 2489932 w 6884912"/>
              <a:gd name="connsiteY41" fmla="*/ 507864 h 1161397"/>
              <a:gd name="connsiteX42" fmla="*/ 2512917 w 6884912"/>
              <a:gd name="connsiteY42" fmla="*/ 489127 h 1161397"/>
              <a:gd name="connsiteX43" fmla="*/ 2516783 w 6884912"/>
              <a:gd name="connsiteY43" fmla="*/ 485473 h 1161397"/>
              <a:gd name="connsiteX44" fmla="*/ 2534360 w 6884912"/>
              <a:gd name="connsiteY44" fmla="*/ 480064 h 1161397"/>
              <a:gd name="connsiteX45" fmla="*/ 2536691 w 6884912"/>
              <a:gd name="connsiteY45" fmla="*/ 467018 h 1161397"/>
              <a:gd name="connsiteX46" fmla="*/ 2561265 w 6884912"/>
              <a:gd name="connsiteY46" fmla="*/ 450623 h 1161397"/>
              <a:gd name="connsiteX47" fmla="*/ 2594349 w 6884912"/>
              <a:gd name="connsiteY47" fmla="*/ 443884 h 1161397"/>
              <a:gd name="connsiteX48" fmla="*/ 2754324 w 6884912"/>
              <a:gd name="connsiteY48" fmla="*/ 424766 h 1161397"/>
              <a:gd name="connsiteX49" fmla="*/ 2848470 w 6884912"/>
              <a:gd name="connsiteY49" fmla="*/ 405966 h 1161397"/>
              <a:gd name="connsiteX50" fmla="*/ 2881772 w 6884912"/>
              <a:gd name="connsiteY50" fmla="*/ 387260 h 1161397"/>
              <a:gd name="connsiteX51" fmla="*/ 2929932 w 6884912"/>
              <a:gd name="connsiteY51" fmla="*/ 368912 h 1161397"/>
              <a:gd name="connsiteX52" fmla="*/ 3013020 w 6884912"/>
              <a:gd name="connsiteY52" fmla="*/ 327578 h 1161397"/>
              <a:gd name="connsiteX53" fmla="*/ 3222191 w 6884912"/>
              <a:gd name="connsiteY53" fmla="*/ 307887 h 1161397"/>
              <a:gd name="connsiteX54" fmla="*/ 3227953 w 6884912"/>
              <a:gd name="connsiteY54" fmla="*/ 297650 h 1161397"/>
              <a:gd name="connsiteX55" fmla="*/ 3510042 w 6884912"/>
              <a:gd name="connsiteY55" fmla="*/ 311820 h 1161397"/>
              <a:gd name="connsiteX56" fmla="*/ 3626773 w 6884912"/>
              <a:gd name="connsiteY56" fmla="*/ 290452 h 1161397"/>
              <a:gd name="connsiteX57" fmla="*/ 3666217 w 6884912"/>
              <a:gd name="connsiteY57" fmla="*/ 273255 h 1161397"/>
              <a:gd name="connsiteX58" fmla="*/ 3732427 w 6884912"/>
              <a:gd name="connsiteY58" fmla="*/ 245039 h 1161397"/>
              <a:gd name="connsiteX59" fmla="*/ 3777022 w 6884912"/>
              <a:gd name="connsiteY59" fmla="*/ 200276 h 1161397"/>
              <a:gd name="connsiteX60" fmla="*/ 3791246 w 6884912"/>
              <a:gd name="connsiteY60" fmla="*/ 189996 h 1161397"/>
              <a:gd name="connsiteX61" fmla="*/ 3819864 w 6884912"/>
              <a:gd name="connsiteY61" fmla="*/ 194605 h 1161397"/>
              <a:gd name="connsiteX62" fmla="*/ 3830398 w 6884912"/>
              <a:gd name="connsiteY62" fmla="*/ 188383 h 1161397"/>
              <a:gd name="connsiteX63" fmla="*/ 3834360 w 6884912"/>
              <a:gd name="connsiteY63" fmla="*/ 188992 h 1161397"/>
              <a:gd name="connsiteX64" fmla="*/ 3843715 w 6884912"/>
              <a:gd name="connsiteY64" fmla="*/ 188752 h 1161397"/>
              <a:gd name="connsiteX65" fmla="*/ 3842609 w 6884912"/>
              <a:gd name="connsiteY65" fmla="*/ 197386 h 1161397"/>
              <a:gd name="connsiteX66" fmla="*/ 3853961 w 6884912"/>
              <a:gd name="connsiteY66" fmla="*/ 213380 h 1161397"/>
              <a:gd name="connsiteX67" fmla="*/ 3907640 w 6884912"/>
              <a:gd name="connsiteY67" fmla="*/ 207568 h 1161397"/>
              <a:gd name="connsiteX68" fmla="*/ 3910449 w 6884912"/>
              <a:gd name="connsiteY68" fmla="*/ 197808 h 1161397"/>
              <a:gd name="connsiteX69" fmla="*/ 3917197 w 6884912"/>
              <a:gd name="connsiteY69" fmla="*/ 196121 h 1161397"/>
              <a:gd name="connsiteX70" fmla="*/ 3922400 w 6884912"/>
              <a:gd name="connsiteY70" fmla="*/ 205056 h 1161397"/>
              <a:gd name="connsiteX71" fmla="*/ 4013061 w 6884912"/>
              <a:gd name="connsiteY71" fmla="*/ 224874 h 1161397"/>
              <a:gd name="connsiteX72" fmla="*/ 4220717 w 6884912"/>
              <a:gd name="connsiteY72" fmla="*/ 192946 h 1161397"/>
              <a:gd name="connsiteX73" fmla="*/ 4228802 w 6884912"/>
              <a:gd name="connsiteY73" fmla="*/ 201468 h 1161397"/>
              <a:gd name="connsiteX74" fmla="*/ 4289361 w 6884912"/>
              <a:gd name="connsiteY74" fmla="*/ 196642 h 1161397"/>
              <a:gd name="connsiteX75" fmla="*/ 4498913 w 6884912"/>
              <a:gd name="connsiteY75" fmla="*/ 118915 h 1161397"/>
              <a:gd name="connsiteX76" fmla="*/ 4617330 w 6884912"/>
              <a:gd name="connsiteY76" fmla="*/ 111163 h 1161397"/>
              <a:gd name="connsiteX77" fmla="*/ 4659778 w 6884912"/>
              <a:gd name="connsiteY77" fmla="*/ 118219 h 1161397"/>
              <a:gd name="connsiteX78" fmla="*/ 4730870 w 6884912"/>
              <a:gd name="connsiteY78" fmla="*/ 129432 h 1161397"/>
              <a:gd name="connsiteX79" fmla="*/ 4844073 w 6884912"/>
              <a:gd name="connsiteY79" fmla="*/ 161768 h 1161397"/>
              <a:gd name="connsiteX80" fmla="*/ 4856454 w 6884912"/>
              <a:gd name="connsiteY80" fmla="*/ 130488 h 1161397"/>
              <a:gd name="connsiteX81" fmla="*/ 4920038 w 6884912"/>
              <a:gd name="connsiteY81" fmla="*/ 140418 h 1161397"/>
              <a:gd name="connsiteX82" fmla="*/ 5016639 w 6884912"/>
              <a:gd name="connsiteY82" fmla="*/ 158905 h 1161397"/>
              <a:gd name="connsiteX83" fmla="*/ 5072009 w 6884912"/>
              <a:gd name="connsiteY83" fmla="*/ 161502 h 1161397"/>
              <a:gd name="connsiteX84" fmla="*/ 5223626 w 6884912"/>
              <a:gd name="connsiteY84" fmla="*/ 177356 h 1161397"/>
              <a:gd name="connsiteX85" fmla="*/ 5375773 w 6884912"/>
              <a:gd name="connsiteY85" fmla="*/ 199913 h 1161397"/>
              <a:gd name="connsiteX86" fmla="*/ 5467502 w 6884912"/>
              <a:gd name="connsiteY86" fmla="*/ 250963 h 1161397"/>
              <a:gd name="connsiteX87" fmla="*/ 5592395 w 6884912"/>
              <a:gd name="connsiteY87" fmla="*/ 265434 h 1161397"/>
              <a:gd name="connsiteX88" fmla="*/ 5613532 w 6884912"/>
              <a:gd name="connsiteY88" fmla="*/ 273379 h 1161397"/>
              <a:gd name="connsiteX89" fmla="*/ 5642173 w 6884912"/>
              <a:gd name="connsiteY89" fmla="*/ 266904 h 1161397"/>
              <a:gd name="connsiteX90" fmla="*/ 5756910 w 6884912"/>
              <a:gd name="connsiteY90" fmla="*/ 239211 h 1161397"/>
              <a:gd name="connsiteX91" fmla="*/ 5846667 w 6884912"/>
              <a:gd name="connsiteY91" fmla="*/ 201786 h 1161397"/>
              <a:gd name="connsiteX92" fmla="*/ 5960732 w 6884912"/>
              <a:gd name="connsiteY92" fmla="*/ 220708 h 1161397"/>
              <a:gd name="connsiteX93" fmla="*/ 6029542 w 6884912"/>
              <a:gd name="connsiteY93" fmla="*/ 210339 h 1161397"/>
              <a:gd name="connsiteX94" fmla="*/ 6141123 w 6884912"/>
              <a:gd name="connsiteY94" fmla="*/ 159923 h 1161397"/>
              <a:gd name="connsiteX95" fmla="*/ 6290640 w 6884912"/>
              <a:gd name="connsiteY95" fmla="*/ 167441 h 1161397"/>
              <a:gd name="connsiteX96" fmla="*/ 6322806 w 6884912"/>
              <a:gd name="connsiteY96" fmla="*/ 213293 h 1161397"/>
              <a:gd name="connsiteX97" fmla="*/ 6380420 w 6884912"/>
              <a:gd name="connsiteY97" fmla="*/ 173195 h 1161397"/>
              <a:gd name="connsiteX98" fmla="*/ 6507891 w 6884912"/>
              <a:gd name="connsiteY98" fmla="*/ 118474 h 1161397"/>
              <a:gd name="connsiteX99" fmla="*/ 6571807 w 6884912"/>
              <a:gd name="connsiteY99" fmla="*/ 98636 h 1161397"/>
              <a:gd name="connsiteX100" fmla="*/ 6671880 w 6884912"/>
              <a:gd name="connsiteY100" fmla="*/ 82931 h 1161397"/>
              <a:gd name="connsiteX101" fmla="*/ 6702266 w 6884912"/>
              <a:gd name="connsiteY101" fmla="*/ 75470 h 1161397"/>
              <a:gd name="connsiteX102" fmla="*/ 6845802 w 6884912"/>
              <a:gd name="connsiteY102" fmla="*/ 24496 h 1161397"/>
              <a:gd name="connsiteX103" fmla="*/ 6884912 w 6884912"/>
              <a:gd name="connsiteY103" fmla="*/ 0 h 1161397"/>
              <a:gd name="connsiteX0" fmla="*/ 6884912 w 6884912"/>
              <a:gd name="connsiteY0" fmla="*/ 0 h 1161397"/>
              <a:gd name="connsiteX1" fmla="*/ 6884912 w 6884912"/>
              <a:gd name="connsiteY1" fmla="*/ 1161397 h 1161397"/>
              <a:gd name="connsiteX2" fmla="*/ 0 w 6884912"/>
              <a:gd name="connsiteY2" fmla="*/ 1161397 h 1161397"/>
              <a:gd name="connsiteX3" fmla="*/ 27135 w 6884912"/>
              <a:gd name="connsiteY3" fmla="*/ 1147460 h 1161397"/>
              <a:gd name="connsiteX4" fmla="*/ 115388 w 6884912"/>
              <a:gd name="connsiteY4" fmla="*/ 1111320 h 1161397"/>
              <a:gd name="connsiteX5" fmla="*/ 213420 w 6884912"/>
              <a:gd name="connsiteY5" fmla="*/ 1056868 h 1161397"/>
              <a:gd name="connsiteX6" fmla="*/ 454970 w 6884912"/>
              <a:gd name="connsiteY6" fmla="*/ 1023343 h 1161397"/>
              <a:gd name="connsiteX7" fmla="*/ 548162 w 6884912"/>
              <a:gd name="connsiteY7" fmla="*/ 984908 h 1161397"/>
              <a:gd name="connsiteX8" fmla="*/ 651408 w 6884912"/>
              <a:gd name="connsiteY8" fmla="*/ 984938 h 1161397"/>
              <a:gd name="connsiteX9" fmla="*/ 723108 w 6884912"/>
              <a:gd name="connsiteY9" fmla="*/ 941904 h 1161397"/>
              <a:gd name="connsiteX10" fmla="*/ 797699 w 6884912"/>
              <a:gd name="connsiteY10" fmla="*/ 931362 h 1161397"/>
              <a:gd name="connsiteX11" fmla="*/ 843359 w 6884912"/>
              <a:gd name="connsiteY11" fmla="*/ 910894 h 1161397"/>
              <a:gd name="connsiteX12" fmla="*/ 965215 w 6884912"/>
              <a:gd name="connsiteY12" fmla="*/ 846701 h 1161397"/>
              <a:gd name="connsiteX13" fmla="*/ 1085080 w 6884912"/>
              <a:gd name="connsiteY13" fmla="*/ 776086 h 1161397"/>
              <a:gd name="connsiteX14" fmla="*/ 1131224 w 6884912"/>
              <a:gd name="connsiteY14" fmla="*/ 706160 h 1161397"/>
              <a:gd name="connsiteX15" fmla="*/ 1138051 w 6884912"/>
              <a:gd name="connsiteY15" fmla="*/ 702034 h 1161397"/>
              <a:gd name="connsiteX16" fmla="*/ 1158800 w 6884912"/>
              <a:gd name="connsiteY16" fmla="*/ 700004 h 1161397"/>
              <a:gd name="connsiteX17" fmla="*/ 1166947 w 6884912"/>
              <a:gd name="connsiteY17" fmla="*/ 700762 h 1161397"/>
              <a:gd name="connsiteX18" fmla="*/ 1178135 w 6884912"/>
              <a:gd name="connsiteY18" fmla="*/ 698631 h 1161397"/>
              <a:gd name="connsiteX19" fmla="*/ 1178301 w 6884912"/>
              <a:gd name="connsiteY19" fmla="*/ 698094 h 1161397"/>
              <a:gd name="connsiteX20" fmla="*/ 1242716 w 6884912"/>
              <a:gd name="connsiteY20" fmla="*/ 698052 h 1161397"/>
              <a:gd name="connsiteX21" fmla="*/ 1299977 w 6884912"/>
              <a:gd name="connsiteY21" fmla="*/ 639196 h 1161397"/>
              <a:gd name="connsiteX22" fmla="*/ 1326190 w 6884912"/>
              <a:gd name="connsiteY22" fmla="*/ 625955 h 1161397"/>
              <a:gd name="connsiteX23" fmla="*/ 1339600 w 6884912"/>
              <a:gd name="connsiteY23" fmla="*/ 616295 h 1161397"/>
              <a:gd name="connsiteX24" fmla="*/ 1340054 w 6884912"/>
              <a:gd name="connsiteY24" fmla="*/ 614022 h 1161397"/>
              <a:gd name="connsiteX25" fmla="*/ 1391606 w 6884912"/>
              <a:gd name="connsiteY25" fmla="*/ 615229 h 1161397"/>
              <a:gd name="connsiteX26" fmla="*/ 1397565 w 6884912"/>
              <a:gd name="connsiteY26" fmla="*/ 611490 h 1161397"/>
              <a:gd name="connsiteX27" fmla="*/ 1432302 w 6884912"/>
              <a:gd name="connsiteY27" fmla="*/ 617267 h 1161397"/>
              <a:gd name="connsiteX28" fmla="*/ 1449644 w 6884912"/>
              <a:gd name="connsiteY28" fmla="*/ 617591 h 1161397"/>
              <a:gd name="connsiteX29" fmla="*/ 1455793 w 6884912"/>
              <a:gd name="connsiteY29" fmla="*/ 623174 h 1161397"/>
              <a:gd name="connsiteX30" fmla="*/ 1480758 w 6884912"/>
              <a:gd name="connsiteY30" fmla="*/ 620863 h 1161397"/>
              <a:gd name="connsiteX31" fmla="*/ 1483154 w 6884912"/>
              <a:gd name="connsiteY31" fmla="*/ 618527 h 1161397"/>
              <a:gd name="connsiteX32" fmla="*/ 1505495 w 6884912"/>
              <a:gd name="connsiteY32" fmla="*/ 624325 h 1161397"/>
              <a:gd name="connsiteX33" fmla="*/ 1526340 w 6884912"/>
              <a:gd name="connsiteY33" fmla="*/ 638496 h 1161397"/>
              <a:gd name="connsiteX34" fmla="*/ 1731986 w 6884912"/>
              <a:gd name="connsiteY34" fmla="*/ 589682 h 1161397"/>
              <a:gd name="connsiteX35" fmla="*/ 1927935 w 6884912"/>
              <a:gd name="connsiteY35" fmla="*/ 628540 h 1161397"/>
              <a:gd name="connsiteX36" fmla="*/ 2039075 w 6884912"/>
              <a:gd name="connsiteY36" fmla="*/ 599964 h 1161397"/>
              <a:gd name="connsiteX37" fmla="*/ 2066980 w 6884912"/>
              <a:gd name="connsiteY37" fmla="*/ 550413 h 1161397"/>
              <a:gd name="connsiteX38" fmla="*/ 2352236 w 6884912"/>
              <a:gd name="connsiteY38" fmla="*/ 519602 h 1161397"/>
              <a:gd name="connsiteX39" fmla="*/ 2420791 w 6884912"/>
              <a:gd name="connsiteY39" fmla="*/ 492826 h 1161397"/>
              <a:gd name="connsiteX40" fmla="*/ 2489932 w 6884912"/>
              <a:gd name="connsiteY40" fmla="*/ 507864 h 1161397"/>
              <a:gd name="connsiteX41" fmla="*/ 2512917 w 6884912"/>
              <a:gd name="connsiteY41" fmla="*/ 489127 h 1161397"/>
              <a:gd name="connsiteX42" fmla="*/ 2516783 w 6884912"/>
              <a:gd name="connsiteY42" fmla="*/ 485473 h 1161397"/>
              <a:gd name="connsiteX43" fmla="*/ 2534360 w 6884912"/>
              <a:gd name="connsiteY43" fmla="*/ 480064 h 1161397"/>
              <a:gd name="connsiteX44" fmla="*/ 2536691 w 6884912"/>
              <a:gd name="connsiteY44" fmla="*/ 467018 h 1161397"/>
              <a:gd name="connsiteX45" fmla="*/ 2561265 w 6884912"/>
              <a:gd name="connsiteY45" fmla="*/ 450623 h 1161397"/>
              <a:gd name="connsiteX46" fmla="*/ 2594349 w 6884912"/>
              <a:gd name="connsiteY46" fmla="*/ 443884 h 1161397"/>
              <a:gd name="connsiteX47" fmla="*/ 2754324 w 6884912"/>
              <a:gd name="connsiteY47" fmla="*/ 424766 h 1161397"/>
              <a:gd name="connsiteX48" fmla="*/ 2848470 w 6884912"/>
              <a:gd name="connsiteY48" fmla="*/ 405966 h 1161397"/>
              <a:gd name="connsiteX49" fmla="*/ 2881772 w 6884912"/>
              <a:gd name="connsiteY49" fmla="*/ 387260 h 1161397"/>
              <a:gd name="connsiteX50" fmla="*/ 2929932 w 6884912"/>
              <a:gd name="connsiteY50" fmla="*/ 368912 h 1161397"/>
              <a:gd name="connsiteX51" fmla="*/ 3013020 w 6884912"/>
              <a:gd name="connsiteY51" fmla="*/ 327578 h 1161397"/>
              <a:gd name="connsiteX52" fmla="*/ 3222191 w 6884912"/>
              <a:gd name="connsiteY52" fmla="*/ 307887 h 1161397"/>
              <a:gd name="connsiteX53" fmla="*/ 3227953 w 6884912"/>
              <a:gd name="connsiteY53" fmla="*/ 297650 h 1161397"/>
              <a:gd name="connsiteX54" fmla="*/ 3510042 w 6884912"/>
              <a:gd name="connsiteY54" fmla="*/ 311820 h 1161397"/>
              <a:gd name="connsiteX55" fmla="*/ 3626773 w 6884912"/>
              <a:gd name="connsiteY55" fmla="*/ 290452 h 1161397"/>
              <a:gd name="connsiteX56" fmla="*/ 3666217 w 6884912"/>
              <a:gd name="connsiteY56" fmla="*/ 273255 h 1161397"/>
              <a:gd name="connsiteX57" fmla="*/ 3732427 w 6884912"/>
              <a:gd name="connsiteY57" fmla="*/ 245039 h 1161397"/>
              <a:gd name="connsiteX58" fmla="*/ 3777022 w 6884912"/>
              <a:gd name="connsiteY58" fmla="*/ 200276 h 1161397"/>
              <a:gd name="connsiteX59" fmla="*/ 3791246 w 6884912"/>
              <a:gd name="connsiteY59" fmla="*/ 189996 h 1161397"/>
              <a:gd name="connsiteX60" fmla="*/ 3819864 w 6884912"/>
              <a:gd name="connsiteY60" fmla="*/ 194605 h 1161397"/>
              <a:gd name="connsiteX61" fmla="*/ 3830398 w 6884912"/>
              <a:gd name="connsiteY61" fmla="*/ 188383 h 1161397"/>
              <a:gd name="connsiteX62" fmla="*/ 3834360 w 6884912"/>
              <a:gd name="connsiteY62" fmla="*/ 188992 h 1161397"/>
              <a:gd name="connsiteX63" fmla="*/ 3843715 w 6884912"/>
              <a:gd name="connsiteY63" fmla="*/ 188752 h 1161397"/>
              <a:gd name="connsiteX64" fmla="*/ 3842609 w 6884912"/>
              <a:gd name="connsiteY64" fmla="*/ 197386 h 1161397"/>
              <a:gd name="connsiteX65" fmla="*/ 3853961 w 6884912"/>
              <a:gd name="connsiteY65" fmla="*/ 213380 h 1161397"/>
              <a:gd name="connsiteX66" fmla="*/ 3907640 w 6884912"/>
              <a:gd name="connsiteY66" fmla="*/ 207568 h 1161397"/>
              <a:gd name="connsiteX67" fmla="*/ 3910449 w 6884912"/>
              <a:gd name="connsiteY67" fmla="*/ 197808 h 1161397"/>
              <a:gd name="connsiteX68" fmla="*/ 3917197 w 6884912"/>
              <a:gd name="connsiteY68" fmla="*/ 196121 h 1161397"/>
              <a:gd name="connsiteX69" fmla="*/ 3922400 w 6884912"/>
              <a:gd name="connsiteY69" fmla="*/ 205056 h 1161397"/>
              <a:gd name="connsiteX70" fmla="*/ 4013061 w 6884912"/>
              <a:gd name="connsiteY70" fmla="*/ 224874 h 1161397"/>
              <a:gd name="connsiteX71" fmla="*/ 4220717 w 6884912"/>
              <a:gd name="connsiteY71" fmla="*/ 192946 h 1161397"/>
              <a:gd name="connsiteX72" fmla="*/ 4228802 w 6884912"/>
              <a:gd name="connsiteY72" fmla="*/ 201468 h 1161397"/>
              <a:gd name="connsiteX73" fmla="*/ 4289361 w 6884912"/>
              <a:gd name="connsiteY73" fmla="*/ 196642 h 1161397"/>
              <a:gd name="connsiteX74" fmla="*/ 4498913 w 6884912"/>
              <a:gd name="connsiteY74" fmla="*/ 118915 h 1161397"/>
              <a:gd name="connsiteX75" fmla="*/ 4617330 w 6884912"/>
              <a:gd name="connsiteY75" fmla="*/ 111163 h 1161397"/>
              <a:gd name="connsiteX76" fmla="*/ 4659778 w 6884912"/>
              <a:gd name="connsiteY76" fmla="*/ 118219 h 1161397"/>
              <a:gd name="connsiteX77" fmla="*/ 4730870 w 6884912"/>
              <a:gd name="connsiteY77" fmla="*/ 129432 h 1161397"/>
              <a:gd name="connsiteX78" fmla="*/ 4844073 w 6884912"/>
              <a:gd name="connsiteY78" fmla="*/ 161768 h 1161397"/>
              <a:gd name="connsiteX79" fmla="*/ 4856454 w 6884912"/>
              <a:gd name="connsiteY79" fmla="*/ 130488 h 1161397"/>
              <a:gd name="connsiteX80" fmla="*/ 4920038 w 6884912"/>
              <a:gd name="connsiteY80" fmla="*/ 140418 h 1161397"/>
              <a:gd name="connsiteX81" fmla="*/ 5016639 w 6884912"/>
              <a:gd name="connsiteY81" fmla="*/ 158905 h 1161397"/>
              <a:gd name="connsiteX82" fmla="*/ 5072009 w 6884912"/>
              <a:gd name="connsiteY82" fmla="*/ 161502 h 1161397"/>
              <a:gd name="connsiteX83" fmla="*/ 5223626 w 6884912"/>
              <a:gd name="connsiteY83" fmla="*/ 177356 h 1161397"/>
              <a:gd name="connsiteX84" fmla="*/ 5375773 w 6884912"/>
              <a:gd name="connsiteY84" fmla="*/ 199913 h 1161397"/>
              <a:gd name="connsiteX85" fmla="*/ 5467502 w 6884912"/>
              <a:gd name="connsiteY85" fmla="*/ 250963 h 1161397"/>
              <a:gd name="connsiteX86" fmla="*/ 5592395 w 6884912"/>
              <a:gd name="connsiteY86" fmla="*/ 265434 h 1161397"/>
              <a:gd name="connsiteX87" fmla="*/ 5613532 w 6884912"/>
              <a:gd name="connsiteY87" fmla="*/ 273379 h 1161397"/>
              <a:gd name="connsiteX88" fmla="*/ 5642173 w 6884912"/>
              <a:gd name="connsiteY88" fmla="*/ 266904 h 1161397"/>
              <a:gd name="connsiteX89" fmla="*/ 5756910 w 6884912"/>
              <a:gd name="connsiteY89" fmla="*/ 239211 h 1161397"/>
              <a:gd name="connsiteX90" fmla="*/ 5846667 w 6884912"/>
              <a:gd name="connsiteY90" fmla="*/ 201786 h 1161397"/>
              <a:gd name="connsiteX91" fmla="*/ 5960732 w 6884912"/>
              <a:gd name="connsiteY91" fmla="*/ 220708 h 1161397"/>
              <a:gd name="connsiteX92" fmla="*/ 6029542 w 6884912"/>
              <a:gd name="connsiteY92" fmla="*/ 210339 h 1161397"/>
              <a:gd name="connsiteX93" fmla="*/ 6141123 w 6884912"/>
              <a:gd name="connsiteY93" fmla="*/ 159923 h 1161397"/>
              <a:gd name="connsiteX94" fmla="*/ 6290640 w 6884912"/>
              <a:gd name="connsiteY94" fmla="*/ 167441 h 1161397"/>
              <a:gd name="connsiteX95" fmla="*/ 6322806 w 6884912"/>
              <a:gd name="connsiteY95" fmla="*/ 213293 h 1161397"/>
              <a:gd name="connsiteX96" fmla="*/ 6380420 w 6884912"/>
              <a:gd name="connsiteY96" fmla="*/ 173195 h 1161397"/>
              <a:gd name="connsiteX97" fmla="*/ 6507891 w 6884912"/>
              <a:gd name="connsiteY97" fmla="*/ 118474 h 1161397"/>
              <a:gd name="connsiteX98" fmla="*/ 6571807 w 6884912"/>
              <a:gd name="connsiteY98" fmla="*/ 98636 h 1161397"/>
              <a:gd name="connsiteX99" fmla="*/ 6671880 w 6884912"/>
              <a:gd name="connsiteY99" fmla="*/ 82931 h 1161397"/>
              <a:gd name="connsiteX100" fmla="*/ 6702266 w 6884912"/>
              <a:gd name="connsiteY100" fmla="*/ 75470 h 1161397"/>
              <a:gd name="connsiteX101" fmla="*/ 6845802 w 6884912"/>
              <a:gd name="connsiteY101" fmla="*/ 24496 h 1161397"/>
              <a:gd name="connsiteX102" fmla="*/ 6884912 w 6884912"/>
              <a:gd name="connsiteY102" fmla="*/ 0 h 1161397"/>
              <a:gd name="connsiteX0" fmla="*/ 6884912 w 6884912"/>
              <a:gd name="connsiteY0" fmla="*/ 0 h 1161397"/>
              <a:gd name="connsiteX1" fmla="*/ 6884912 w 6884912"/>
              <a:gd name="connsiteY1" fmla="*/ 1161397 h 1161397"/>
              <a:gd name="connsiteX2" fmla="*/ 0 w 6884912"/>
              <a:gd name="connsiteY2" fmla="*/ 1161397 h 1161397"/>
              <a:gd name="connsiteX3" fmla="*/ 27135 w 6884912"/>
              <a:gd name="connsiteY3" fmla="*/ 1147460 h 1161397"/>
              <a:gd name="connsiteX4" fmla="*/ 115388 w 6884912"/>
              <a:gd name="connsiteY4" fmla="*/ 1111320 h 1161397"/>
              <a:gd name="connsiteX5" fmla="*/ 213420 w 6884912"/>
              <a:gd name="connsiteY5" fmla="*/ 1056868 h 1161397"/>
              <a:gd name="connsiteX6" fmla="*/ 454970 w 6884912"/>
              <a:gd name="connsiteY6" fmla="*/ 1023343 h 1161397"/>
              <a:gd name="connsiteX7" fmla="*/ 548162 w 6884912"/>
              <a:gd name="connsiteY7" fmla="*/ 984908 h 1161397"/>
              <a:gd name="connsiteX8" fmla="*/ 651408 w 6884912"/>
              <a:gd name="connsiteY8" fmla="*/ 984938 h 1161397"/>
              <a:gd name="connsiteX9" fmla="*/ 723108 w 6884912"/>
              <a:gd name="connsiteY9" fmla="*/ 941904 h 1161397"/>
              <a:gd name="connsiteX10" fmla="*/ 797699 w 6884912"/>
              <a:gd name="connsiteY10" fmla="*/ 931362 h 1161397"/>
              <a:gd name="connsiteX11" fmla="*/ 843359 w 6884912"/>
              <a:gd name="connsiteY11" fmla="*/ 910894 h 1161397"/>
              <a:gd name="connsiteX12" fmla="*/ 965215 w 6884912"/>
              <a:gd name="connsiteY12" fmla="*/ 846701 h 1161397"/>
              <a:gd name="connsiteX13" fmla="*/ 1085080 w 6884912"/>
              <a:gd name="connsiteY13" fmla="*/ 776086 h 1161397"/>
              <a:gd name="connsiteX14" fmla="*/ 1131224 w 6884912"/>
              <a:gd name="connsiteY14" fmla="*/ 706160 h 1161397"/>
              <a:gd name="connsiteX15" fmla="*/ 1138051 w 6884912"/>
              <a:gd name="connsiteY15" fmla="*/ 702034 h 1161397"/>
              <a:gd name="connsiteX16" fmla="*/ 1166947 w 6884912"/>
              <a:gd name="connsiteY16" fmla="*/ 700762 h 1161397"/>
              <a:gd name="connsiteX17" fmla="*/ 1178135 w 6884912"/>
              <a:gd name="connsiteY17" fmla="*/ 698631 h 1161397"/>
              <a:gd name="connsiteX18" fmla="*/ 1178301 w 6884912"/>
              <a:gd name="connsiteY18" fmla="*/ 698094 h 1161397"/>
              <a:gd name="connsiteX19" fmla="*/ 1242716 w 6884912"/>
              <a:gd name="connsiteY19" fmla="*/ 698052 h 1161397"/>
              <a:gd name="connsiteX20" fmla="*/ 1299977 w 6884912"/>
              <a:gd name="connsiteY20" fmla="*/ 639196 h 1161397"/>
              <a:gd name="connsiteX21" fmla="*/ 1326190 w 6884912"/>
              <a:gd name="connsiteY21" fmla="*/ 625955 h 1161397"/>
              <a:gd name="connsiteX22" fmla="*/ 1339600 w 6884912"/>
              <a:gd name="connsiteY22" fmla="*/ 616295 h 1161397"/>
              <a:gd name="connsiteX23" fmla="*/ 1340054 w 6884912"/>
              <a:gd name="connsiteY23" fmla="*/ 614022 h 1161397"/>
              <a:gd name="connsiteX24" fmla="*/ 1391606 w 6884912"/>
              <a:gd name="connsiteY24" fmla="*/ 615229 h 1161397"/>
              <a:gd name="connsiteX25" fmla="*/ 1397565 w 6884912"/>
              <a:gd name="connsiteY25" fmla="*/ 611490 h 1161397"/>
              <a:gd name="connsiteX26" fmla="*/ 1432302 w 6884912"/>
              <a:gd name="connsiteY26" fmla="*/ 617267 h 1161397"/>
              <a:gd name="connsiteX27" fmla="*/ 1449644 w 6884912"/>
              <a:gd name="connsiteY27" fmla="*/ 617591 h 1161397"/>
              <a:gd name="connsiteX28" fmla="*/ 1455793 w 6884912"/>
              <a:gd name="connsiteY28" fmla="*/ 623174 h 1161397"/>
              <a:gd name="connsiteX29" fmla="*/ 1480758 w 6884912"/>
              <a:gd name="connsiteY29" fmla="*/ 620863 h 1161397"/>
              <a:gd name="connsiteX30" fmla="*/ 1483154 w 6884912"/>
              <a:gd name="connsiteY30" fmla="*/ 618527 h 1161397"/>
              <a:gd name="connsiteX31" fmla="*/ 1505495 w 6884912"/>
              <a:gd name="connsiteY31" fmla="*/ 624325 h 1161397"/>
              <a:gd name="connsiteX32" fmla="*/ 1526340 w 6884912"/>
              <a:gd name="connsiteY32" fmla="*/ 638496 h 1161397"/>
              <a:gd name="connsiteX33" fmla="*/ 1731986 w 6884912"/>
              <a:gd name="connsiteY33" fmla="*/ 589682 h 1161397"/>
              <a:gd name="connsiteX34" fmla="*/ 1927935 w 6884912"/>
              <a:gd name="connsiteY34" fmla="*/ 628540 h 1161397"/>
              <a:gd name="connsiteX35" fmla="*/ 2039075 w 6884912"/>
              <a:gd name="connsiteY35" fmla="*/ 599964 h 1161397"/>
              <a:gd name="connsiteX36" fmla="*/ 2066980 w 6884912"/>
              <a:gd name="connsiteY36" fmla="*/ 550413 h 1161397"/>
              <a:gd name="connsiteX37" fmla="*/ 2352236 w 6884912"/>
              <a:gd name="connsiteY37" fmla="*/ 519602 h 1161397"/>
              <a:gd name="connsiteX38" fmla="*/ 2420791 w 6884912"/>
              <a:gd name="connsiteY38" fmla="*/ 492826 h 1161397"/>
              <a:gd name="connsiteX39" fmla="*/ 2489932 w 6884912"/>
              <a:gd name="connsiteY39" fmla="*/ 507864 h 1161397"/>
              <a:gd name="connsiteX40" fmla="*/ 2512917 w 6884912"/>
              <a:gd name="connsiteY40" fmla="*/ 489127 h 1161397"/>
              <a:gd name="connsiteX41" fmla="*/ 2516783 w 6884912"/>
              <a:gd name="connsiteY41" fmla="*/ 485473 h 1161397"/>
              <a:gd name="connsiteX42" fmla="*/ 2534360 w 6884912"/>
              <a:gd name="connsiteY42" fmla="*/ 480064 h 1161397"/>
              <a:gd name="connsiteX43" fmla="*/ 2536691 w 6884912"/>
              <a:gd name="connsiteY43" fmla="*/ 467018 h 1161397"/>
              <a:gd name="connsiteX44" fmla="*/ 2561265 w 6884912"/>
              <a:gd name="connsiteY44" fmla="*/ 450623 h 1161397"/>
              <a:gd name="connsiteX45" fmla="*/ 2594349 w 6884912"/>
              <a:gd name="connsiteY45" fmla="*/ 443884 h 1161397"/>
              <a:gd name="connsiteX46" fmla="*/ 2754324 w 6884912"/>
              <a:gd name="connsiteY46" fmla="*/ 424766 h 1161397"/>
              <a:gd name="connsiteX47" fmla="*/ 2848470 w 6884912"/>
              <a:gd name="connsiteY47" fmla="*/ 405966 h 1161397"/>
              <a:gd name="connsiteX48" fmla="*/ 2881772 w 6884912"/>
              <a:gd name="connsiteY48" fmla="*/ 387260 h 1161397"/>
              <a:gd name="connsiteX49" fmla="*/ 2929932 w 6884912"/>
              <a:gd name="connsiteY49" fmla="*/ 368912 h 1161397"/>
              <a:gd name="connsiteX50" fmla="*/ 3013020 w 6884912"/>
              <a:gd name="connsiteY50" fmla="*/ 327578 h 1161397"/>
              <a:gd name="connsiteX51" fmla="*/ 3222191 w 6884912"/>
              <a:gd name="connsiteY51" fmla="*/ 307887 h 1161397"/>
              <a:gd name="connsiteX52" fmla="*/ 3227953 w 6884912"/>
              <a:gd name="connsiteY52" fmla="*/ 297650 h 1161397"/>
              <a:gd name="connsiteX53" fmla="*/ 3510042 w 6884912"/>
              <a:gd name="connsiteY53" fmla="*/ 311820 h 1161397"/>
              <a:gd name="connsiteX54" fmla="*/ 3626773 w 6884912"/>
              <a:gd name="connsiteY54" fmla="*/ 290452 h 1161397"/>
              <a:gd name="connsiteX55" fmla="*/ 3666217 w 6884912"/>
              <a:gd name="connsiteY55" fmla="*/ 273255 h 1161397"/>
              <a:gd name="connsiteX56" fmla="*/ 3732427 w 6884912"/>
              <a:gd name="connsiteY56" fmla="*/ 245039 h 1161397"/>
              <a:gd name="connsiteX57" fmla="*/ 3777022 w 6884912"/>
              <a:gd name="connsiteY57" fmla="*/ 200276 h 1161397"/>
              <a:gd name="connsiteX58" fmla="*/ 3791246 w 6884912"/>
              <a:gd name="connsiteY58" fmla="*/ 189996 h 1161397"/>
              <a:gd name="connsiteX59" fmla="*/ 3819864 w 6884912"/>
              <a:gd name="connsiteY59" fmla="*/ 194605 h 1161397"/>
              <a:gd name="connsiteX60" fmla="*/ 3830398 w 6884912"/>
              <a:gd name="connsiteY60" fmla="*/ 188383 h 1161397"/>
              <a:gd name="connsiteX61" fmla="*/ 3834360 w 6884912"/>
              <a:gd name="connsiteY61" fmla="*/ 188992 h 1161397"/>
              <a:gd name="connsiteX62" fmla="*/ 3843715 w 6884912"/>
              <a:gd name="connsiteY62" fmla="*/ 188752 h 1161397"/>
              <a:gd name="connsiteX63" fmla="*/ 3842609 w 6884912"/>
              <a:gd name="connsiteY63" fmla="*/ 197386 h 1161397"/>
              <a:gd name="connsiteX64" fmla="*/ 3853961 w 6884912"/>
              <a:gd name="connsiteY64" fmla="*/ 213380 h 1161397"/>
              <a:gd name="connsiteX65" fmla="*/ 3907640 w 6884912"/>
              <a:gd name="connsiteY65" fmla="*/ 207568 h 1161397"/>
              <a:gd name="connsiteX66" fmla="*/ 3910449 w 6884912"/>
              <a:gd name="connsiteY66" fmla="*/ 197808 h 1161397"/>
              <a:gd name="connsiteX67" fmla="*/ 3917197 w 6884912"/>
              <a:gd name="connsiteY67" fmla="*/ 196121 h 1161397"/>
              <a:gd name="connsiteX68" fmla="*/ 3922400 w 6884912"/>
              <a:gd name="connsiteY68" fmla="*/ 205056 h 1161397"/>
              <a:gd name="connsiteX69" fmla="*/ 4013061 w 6884912"/>
              <a:gd name="connsiteY69" fmla="*/ 224874 h 1161397"/>
              <a:gd name="connsiteX70" fmla="*/ 4220717 w 6884912"/>
              <a:gd name="connsiteY70" fmla="*/ 192946 h 1161397"/>
              <a:gd name="connsiteX71" fmla="*/ 4228802 w 6884912"/>
              <a:gd name="connsiteY71" fmla="*/ 201468 h 1161397"/>
              <a:gd name="connsiteX72" fmla="*/ 4289361 w 6884912"/>
              <a:gd name="connsiteY72" fmla="*/ 196642 h 1161397"/>
              <a:gd name="connsiteX73" fmla="*/ 4498913 w 6884912"/>
              <a:gd name="connsiteY73" fmla="*/ 118915 h 1161397"/>
              <a:gd name="connsiteX74" fmla="*/ 4617330 w 6884912"/>
              <a:gd name="connsiteY74" fmla="*/ 111163 h 1161397"/>
              <a:gd name="connsiteX75" fmla="*/ 4659778 w 6884912"/>
              <a:gd name="connsiteY75" fmla="*/ 118219 h 1161397"/>
              <a:gd name="connsiteX76" fmla="*/ 4730870 w 6884912"/>
              <a:gd name="connsiteY76" fmla="*/ 129432 h 1161397"/>
              <a:gd name="connsiteX77" fmla="*/ 4844073 w 6884912"/>
              <a:gd name="connsiteY77" fmla="*/ 161768 h 1161397"/>
              <a:gd name="connsiteX78" fmla="*/ 4856454 w 6884912"/>
              <a:gd name="connsiteY78" fmla="*/ 130488 h 1161397"/>
              <a:gd name="connsiteX79" fmla="*/ 4920038 w 6884912"/>
              <a:gd name="connsiteY79" fmla="*/ 140418 h 1161397"/>
              <a:gd name="connsiteX80" fmla="*/ 5016639 w 6884912"/>
              <a:gd name="connsiteY80" fmla="*/ 158905 h 1161397"/>
              <a:gd name="connsiteX81" fmla="*/ 5072009 w 6884912"/>
              <a:gd name="connsiteY81" fmla="*/ 161502 h 1161397"/>
              <a:gd name="connsiteX82" fmla="*/ 5223626 w 6884912"/>
              <a:gd name="connsiteY82" fmla="*/ 177356 h 1161397"/>
              <a:gd name="connsiteX83" fmla="*/ 5375773 w 6884912"/>
              <a:gd name="connsiteY83" fmla="*/ 199913 h 1161397"/>
              <a:gd name="connsiteX84" fmla="*/ 5467502 w 6884912"/>
              <a:gd name="connsiteY84" fmla="*/ 250963 h 1161397"/>
              <a:gd name="connsiteX85" fmla="*/ 5592395 w 6884912"/>
              <a:gd name="connsiteY85" fmla="*/ 265434 h 1161397"/>
              <a:gd name="connsiteX86" fmla="*/ 5613532 w 6884912"/>
              <a:gd name="connsiteY86" fmla="*/ 273379 h 1161397"/>
              <a:gd name="connsiteX87" fmla="*/ 5642173 w 6884912"/>
              <a:gd name="connsiteY87" fmla="*/ 266904 h 1161397"/>
              <a:gd name="connsiteX88" fmla="*/ 5756910 w 6884912"/>
              <a:gd name="connsiteY88" fmla="*/ 239211 h 1161397"/>
              <a:gd name="connsiteX89" fmla="*/ 5846667 w 6884912"/>
              <a:gd name="connsiteY89" fmla="*/ 201786 h 1161397"/>
              <a:gd name="connsiteX90" fmla="*/ 5960732 w 6884912"/>
              <a:gd name="connsiteY90" fmla="*/ 220708 h 1161397"/>
              <a:gd name="connsiteX91" fmla="*/ 6029542 w 6884912"/>
              <a:gd name="connsiteY91" fmla="*/ 210339 h 1161397"/>
              <a:gd name="connsiteX92" fmla="*/ 6141123 w 6884912"/>
              <a:gd name="connsiteY92" fmla="*/ 159923 h 1161397"/>
              <a:gd name="connsiteX93" fmla="*/ 6290640 w 6884912"/>
              <a:gd name="connsiteY93" fmla="*/ 167441 h 1161397"/>
              <a:gd name="connsiteX94" fmla="*/ 6322806 w 6884912"/>
              <a:gd name="connsiteY94" fmla="*/ 213293 h 1161397"/>
              <a:gd name="connsiteX95" fmla="*/ 6380420 w 6884912"/>
              <a:gd name="connsiteY95" fmla="*/ 173195 h 1161397"/>
              <a:gd name="connsiteX96" fmla="*/ 6507891 w 6884912"/>
              <a:gd name="connsiteY96" fmla="*/ 118474 h 1161397"/>
              <a:gd name="connsiteX97" fmla="*/ 6571807 w 6884912"/>
              <a:gd name="connsiteY97" fmla="*/ 98636 h 1161397"/>
              <a:gd name="connsiteX98" fmla="*/ 6671880 w 6884912"/>
              <a:gd name="connsiteY98" fmla="*/ 82931 h 1161397"/>
              <a:gd name="connsiteX99" fmla="*/ 6702266 w 6884912"/>
              <a:gd name="connsiteY99" fmla="*/ 75470 h 1161397"/>
              <a:gd name="connsiteX100" fmla="*/ 6845802 w 6884912"/>
              <a:gd name="connsiteY100" fmla="*/ 24496 h 1161397"/>
              <a:gd name="connsiteX101" fmla="*/ 6884912 w 6884912"/>
              <a:gd name="connsiteY101" fmla="*/ 0 h 1161397"/>
              <a:gd name="connsiteX0" fmla="*/ 6884912 w 6884912"/>
              <a:gd name="connsiteY0" fmla="*/ 0 h 1161397"/>
              <a:gd name="connsiteX1" fmla="*/ 6884912 w 6884912"/>
              <a:gd name="connsiteY1" fmla="*/ 1161397 h 1161397"/>
              <a:gd name="connsiteX2" fmla="*/ 0 w 6884912"/>
              <a:gd name="connsiteY2" fmla="*/ 1161397 h 1161397"/>
              <a:gd name="connsiteX3" fmla="*/ 27135 w 6884912"/>
              <a:gd name="connsiteY3" fmla="*/ 1147460 h 1161397"/>
              <a:gd name="connsiteX4" fmla="*/ 115388 w 6884912"/>
              <a:gd name="connsiteY4" fmla="*/ 1111320 h 1161397"/>
              <a:gd name="connsiteX5" fmla="*/ 213420 w 6884912"/>
              <a:gd name="connsiteY5" fmla="*/ 1056868 h 1161397"/>
              <a:gd name="connsiteX6" fmla="*/ 454970 w 6884912"/>
              <a:gd name="connsiteY6" fmla="*/ 1023343 h 1161397"/>
              <a:gd name="connsiteX7" fmla="*/ 548162 w 6884912"/>
              <a:gd name="connsiteY7" fmla="*/ 984908 h 1161397"/>
              <a:gd name="connsiteX8" fmla="*/ 651408 w 6884912"/>
              <a:gd name="connsiteY8" fmla="*/ 984938 h 1161397"/>
              <a:gd name="connsiteX9" fmla="*/ 723108 w 6884912"/>
              <a:gd name="connsiteY9" fmla="*/ 941904 h 1161397"/>
              <a:gd name="connsiteX10" fmla="*/ 797699 w 6884912"/>
              <a:gd name="connsiteY10" fmla="*/ 931362 h 1161397"/>
              <a:gd name="connsiteX11" fmla="*/ 843359 w 6884912"/>
              <a:gd name="connsiteY11" fmla="*/ 910894 h 1161397"/>
              <a:gd name="connsiteX12" fmla="*/ 965215 w 6884912"/>
              <a:gd name="connsiteY12" fmla="*/ 846701 h 1161397"/>
              <a:gd name="connsiteX13" fmla="*/ 1085080 w 6884912"/>
              <a:gd name="connsiteY13" fmla="*/ 776086 h 1161397"/>
              <a:gd name="connsiteX14" fmla="*/ 1131224 w 6884912"/>
              <a:gd name="connsiteY14" fmla="*/ 706160 h 1161397"/>
              <a:gd name="connsiteX15" fmla="*/ 1138051 w 6884912"/>
              <a:gd name="connsiteY15" fmla="*/ 702034 h 1161397"/>
              <a:gd name="connsiteX16" fmla="*/ 1178135 w 6884912"/>
              <a:gd name="connsiteY16" fmla="*/ 698631 h 1161397"/>
              <a:gd name="connsiteX17" fmla="*/ 1178301 w 6884912"/>
              <a:gd name="connsiteY17" fmla="*/ 698094 h 1161397"/>
              <a:gd name="connsiteX18" fmla="*/ 1242716 w 6884912"/>
              <a:gd name="connsiteY18" fmla="*/ 698052 h 1161397"/>
              <a:gd name="connsiteX19" fmla="*/ 1299977 w 6884912"/>
              <a:gd name="connsiteY19" fmla="*/ 639196 h 1161397"/>
              <a:gd name="connsiteX20" fmla="*/ 1326190 w 6884912"/>
              <a:gd name="connsiteY20" fmla="*/ 625955 h 1161397"/>
              <a:gd name="connsiteX21" fmla="*/ 1339600 w 6884912"/>
              <a:gd name="connsiteY21" fmla="*/ 616295 h 1161397"/>
              <a:gd name="connsiteX22" fmla="*/ 1340054 w 6884912"/>
              <a:gd name="connsiteY22" fmla="*/ 614022 h 1161397"/>
              <a:gd name="connsiteX23" fmla="*/ 1391606 w 6884912"/>
              <a:gd name="connsiteY23" fmla="*/ 615229 h 1161397"/>
              <a:gd name="connsiteX24" fmla="*/ 1397565 w 6884912"/>
              <a:gd name="connsiteY24" fmla="*/ 611490 h 1161397"/>
              <a:gd name="connsiteX25" fmla="*/ 1432302 w 6884912"/>
              <a:gd name="connsiteY25" fmla="*/ 617267 h 1161397"/>
              <a:gd name="connsiteX26" fmla="*/ 1449644 w 6884912"/>
              <a:gd name="connsiteY26" fmla="*/ 617591 h 1161397"/>
              <a:gd name="connsiteX27" fmla="*/ 1455793 w 6884912"/>
              <a:gd name="connsiteY27" fmla="*/ 623174 h 1161397"/>
              <a:gd name="connsiteX28" fmla="*/ 1480758 w 6884912"/>
              <a:gd name="connsiteY28" fmla="*/ 620863 h 1161397"/>
              <a:gd name="connsiteX29" fmla="*/ 1483154 w 6884912"/>
              <a:gd name="connsiteY29" fmla="*/ 618527 h 1161397"/>
              <a:gd name="connsiteX30" fmla="*/ 1505495 w 6884912"/>
              <a:gd name="connsiteY30" fmla="*/ 624325 h 1161397"/>
              <a:gd name="connsiteX31" fmla="*/ 1526340 w 6884912"/>
              <a:gd name="connsiteY31" fmla="*/ 638496 h 1161397"/>
              <a:gd name="connsiteX32" fmla="*/ 1731986 w 6884912"/>
              <a:gd name="connsiteY32" fmla="*/ 589682 h 1161397"/>
              <a:gd name="connsiteX33" fmla="*/ 1927935 w 6884912"/>
              <a:gd name="connsiteY33" fmla="*/ 628540 h 1161397"/>
              <a:gd name="connsiteX34" fmla="*/ 2039075 w 6884912"/>
              <a:gd name="connsiteY34" fmla="*/ 599964 h 1161397"/>
              <a:gd name="connsiteX35" fmla="*/ 2066980 w 6884912"/>
              <a:gd name="connsiteY35" fmla="*/ 550413 h 1161397"/>
              <a:gd name="connsiteX36" fmla="*/ 2352236 w 6884912"/>
              <a:gd name="connsiteY36" fmla="*/ 519602 h 1161397"/>
              <a:gd name="connsiteX37" fmla="*/ 2420791 w 6884912"/>
              <a:gd name="connsiteY37" fmla="*/ 492826 h 1161397"/>
              <a:gd name="connsiteX38" fmla="*/ 2489932 w 6884912"/>
              <a:gd name="connsiteY38" fmla="*/ 507864 h 1161397"/>
              <a:gd name="connsiteX39" fmla="*/ 2512917 w 6884912"/>
              <a:gd name="connsiteY39" fmla="*/ 489127 h 1161397"/>
              <a:gd name="connsiteX40" fmla="*/ 2516783 w 6884912"/>
              <a:gd name="connsiteY40" fmla="*/ 485473 h 1161397"/>
              <a:gd name="connsiteX41" fmla="*/ 2534360 w 6884912"/>
              <a:gd name="connsiteY41" fmla="*/ 480064 h 1161397"/>
              <a:gd name="connsiteX42" fmla="*/ 2536691 w 6884912"/>
              <a:gd name="connsiteY42" fmla="*/ 467018 h 1161397"/>
              <a:gd name="connsiteX43" fmla="*/ 2561265 w 6884912"/>
              <a:gd name="connsiteY43" fmla="*/ 450623 h 1161397"/>
              <a:gd name="connsiteX44" fmla="*/ 2594349 w 6884912"/>
              <a:gd name="connsiteY44" fmla="*/ 443884 h 1161397"/>
              <a:gd name="connsiteX45" fmla="*/ 2754324 w 6884912"/>
              <a:gd name="connsiteY45" fmla="*/ 424766 h 1161397"/>
              <a:gd name="connsiteX46" fmla="*/ 2848470 w 6884912"/>
              <a:gd name="connsiteY46" fmla="*/ 405966 h 1161397"/>
              <a:gd name="connsiteX47" fmla="*/ 2881772 w 6884912"/>
              <a:gd name="connsiteY47" fmla="*/ 387260 h 1161397"/>
              <a:gd name="connsiteX48" fmla="*/ 2929932 w 6884912"/>
              <a:gd name="connsiteY48" fmla="*/ 368912 h 1161397"/>
              <a:gd name="connsiteX49" fmla="*/ 3013020 w 6884912"/>
              <a:gd name="connsiteY49" fmla="*/ 327578 h 1161397"/>
              <a:gd name="connsiteX50" fmla="*/ 3222191 w 6884912"/>
              <a:gd name="connsiteY50" fmla="*/ 307887 h 1161397"/>
              <a:gd name="connsiteX51" fmla="*/ 3227953 w 6884912"/>
              <a:gd name="connsiteY51" fmla="*/ 297650 h 1161397"/>
              <a:gd name="connsiteX52" fmla="*/ 3510042 w 6884912"/>
              <a:gd name="connsiteY52" fmla="*/ 311820 h 1161397"/>
              <a:gd name="connsiteX53" fmla="*/ 3626773 w 6884912"/>
              <a:gd name="connsiteY53" fmla="*/ 290452 h 1161397"/>
              <a:gd name="connsiteX54" fmla="*/ 3666217 w 6884912"/>
              <a:gd name="connsiteY54" fmla="*/ 273255 h 1161397"/>
              <a:gd name="connsiteX55" fmla="*/ 3732427 w 6884912"/>
              <a:gd name="connsiteY55" fmla="*/ 245039 h 1161397"/>
              <a:gd name="connsiteX56" fmla="*/ 3777022 w 6884912"/>
              <a:gd name="connsiteY56" fmla="*/ 200276 h 1161397"/>
              <a:gd name="connsiteX57" fmla="*/ 3791246 w 6884912"/>
              <a:gd name="connsiteY57" fmla="*/ 189996 h 1161397"/>
              <a:gd name="connsiteX58" fmla="*/ 3819864 w 6884912"/>
              <a:gd name="connsiteY58" fmla="*/ 194605 h 1161397"/>
              <a:gd name="connsiteX59" fmla="*/ 3830398 w 6884912"/>
              <a:gd name="connsiteY59" fmla="*/ 188383 h 1161397"/>
              <a:gd name="connsiteX60" fmla="*/ 3834360 w 6884912"/>
              <a:gd name="connsiteY60" fmla="*/ 188992 h 1161397"/>
              <a:gd name="connsiteX61" fmla="*/ 3843715 w 6884912"/>
              <a:gd name="connsiteY61" fmla="*/ 188752 h 1161397"/>
              <a:gd name="connsiteX62" fmla="*/ 3842609 w 6884912"/>
              <a:gd name="connsiteY62" fmla="*/ 197386 h 1161397"/>
              <a:gd name="connsiteX63" fmla="*/ 3853961 w 6884912"/>
              <a:gd name="connsiteY63" fmla="*/ 213380 h 1161397"/>
              <a:gd name="connsiteX64" fmla="*/ 3907640 w 6884912"/>
              <a:gd name="connsiteY64" fmla="*/ 207568 h 1161397"/>
              <a:gd name="connsiteX65" fmla="*/ 3910449 w 6884912"/>
              <a:gd name="connsiteY65" fmla="*/ 197808 h 1161397"/>
              <a:gd name="connsiteX66" fmla="*/ 3917197 w 6884912"/>
              <a:gd name="connsiteY66" fmla="*/ 196121 h 1161397"/>
              <a:gd name="connsiteX67" fmla="*/ 3922400 w 6884912"/>
              <a:gd name="connsiteY67" fmla="*/ 205056 h 1161397"/>
              <a:gd name="connsiteX68" fmla="*/ 4013061 w 6884912"/>
              <a:gd name="connsiteY68" fmla="*/ 224874 h 1161397"/>
              <a:gd name="connsiteX69" fmla="*/ 4220717 w 6884912"/>
              <a:gd name="connsiteY69" fmla="*/ 192946 h 1161397"/>
              <a:gd name="connsiteX70" fmla="*/ 4228802 w 6884912"/>
              <a:gd name="connsiteY70" fmla="*/ 201468 h 1161397"/>
              <a:gd name="connsiteX71" fmla="*/ 4289361 w 6884912"/>
              <a:gd name="connsiteY71" fmla="*/ 196642 h 1161397"/>
              <a:gd name="connsiteX72" fmla="*/ 4498913 w 6884912"/>
              <a:gd name="connsiteY72" fmla="*/ 118915 h 1161397"/>
              <a:gd name="connsiteX73" fmla="*/ 4617330 w 6884912"/>
              <a:gd name="connsiteY73" fmla="*/ 111163 h 1161397"/>
              <a:gd name="connsiteX74" fmla="*/ 4659778 w 6884912"/>
              <a:gd name="connsiteY74" fmla="*/ 118219 h 1161397"/>
              <a:gd name="connsiteX75" fmla="*/ 4730870 w 6884912"/>
              <a:gd name="connsiteY75" fmla="*/ 129432 h 1161397"/>
              <a:gd name="connsiteX76" fmla="*/ 4844073 w 6884912"/>
              <a:gd name="connsiteY76" fmla="*/ 161768 h 1161397"/>
              <a:gd name="connsiteX77" fmla="*/ 4856454 w 6884912"/>
              <a:gd name="connsiteY77" fmla="*/ 130488 h 1161397"/>
              <a:gd name="connsiteX78" fmla="*/ 4920038 w 6884912"/>
              <a:gd name="connsiteY78" fmla="*/ 140418 h 1161397"/>
              <a:gd name="connsiteX79" fmla="*/ 5016639 w 6884912"/>
              <a:gd name="connsiteY79" fmla="*/ 158905 h 1161397"/>
              <a:gd name="connsiteX80" fmla="*/ 5072009 w 6884912"/>
              <a:gd name="connsiteY80" fmla="*/ 161502 h 1161397"/>
              <a:gd name="connsiteX81" fmla="*/ 5223626 w 6884912"/>
              <a:gd name="connsiteY81" fmla="*/ 177356 h 1161397"/>
              <a:gd name="connsiteX82" fmla="*/ 5375773 w 6884912"/>
              <a:gd name="connsiteY82" fmla="*/ 199913 h 1161397"/>
              <a:gd name="connsiteX83" fmla="*/ 5467502 w 6884912"/>
              <a:gd name="connsiteY83" fmla="*/ 250963 h 1161397"/>
              <a:gd name="connsiteX84" fmla="*/ 5592395 w 6884912"/>
              <a:gd name="connsiteY84" fmla="*/ 265434 h 1161397"/>
              <a:gd name="connsiteX85" fmla="*/ 5613532 w 6884912"/>
              <a:gd name="connsiteY85" fmla="*/ 273379 h 1161397"/>
              <a:gd name="connsiteX86" fmla="*/ 5642173 w 6884912"/>
              <a:gd name="connsiteY86" fmla="*/ 266904 h 1161397"/>
              <a:gd name="connsiteX87" fmla="*/ 5756910 w 6884912"/>
              <a:gd name="connsiteY87" fmla="*/ 239211 h 1161397"/>
              <a:gd name="connsiteX88" fmla="*/ 5846667 w 6884912"/>
              <a:gd name="connsiteY88" fmla="*/ 201786 h 1161397"/>
              <a:gd name="connsiteX89" fmla="*/ 5960732 w 6884912"/>
              <a:gd name="connsiteY89" fmla="*/ 220708 h 1161397"/>
              <a:gd name="connsiteX90" fmla="*/ 6029542 w 6884912"/>
              <a:gd name="connsiteY90" fmla="*/ 210339 h 1161397"/>
              <a:gd name="connsiteX91" fmla="*/ 6141123 w 6884912"/>
              <a:gd name="connsiteY91" fmla="*/ 159923 h 1161397"/>
              <a:gd name="connsiteX92" fmla="*/ 6290640 w 6884912"/>
              <a:gd name="connsiteY92" fmla="*/ 167441 h 1161397"/>
              <a:gd name="connsiteX93" fmla="*/ 6322806 w 6884912"/>
              <a:gd name="connsiteY93" fmla="*/ 213293 h 1161397"/>
              <a:gd name="connsiteX94" fmla="*/ 6380420 w 6884912"/>
              <a:gd name="connsiteY94" fmla="*/ 173195 h 1161397"/>
              <a:gd name="connsiteX95" fmla="*/ 6507891 w 6884912"/>
              <a:gd name="connsiteY95" fmla="*/ 118474 h 1161397"/>
              <a:gd name="connsiteX96" fmla="*/ 6571807 w 6884912"/>
              <a:gd name="connsiteY96" fmla="*/ 98636 h 1161397"/>
              <a:gd name="connsiteX97" fmla="*/ 6671880 w 6884912"/>
              <a:gd name="connsiteY97" fmla="*/ 82931 h 1161397"/>
              <a:gd name="connsiteX98" fmla="*/ 6702266 w 6884912"/>
              <a:gd name="connsiteY98" fmla="*/ 75470 h 1161397"/>
              <a:gd name="connsiteX99" fmla="*/ 6845802 w 6884912"/>
              <a:gd name="connsiteY99" fmla="*/ 24496 h 1161397"/>
              <a:gd name="connsiteX100" fmla="*/ 6884912 w 6884912"/>
              <a:gd name="connsiteY100" fmla="*/ 0 h 1161397"/>
              <a:gd name="connsiteX0" fmla="*/ 6884912 w 6884912"/>
              <a:gd name="connsiteY0" fmla="*/ 0 h 1161397"/>
              <a:gd name="connsiteX1" fmla="*/ 6884912 w 6884912"/>
              <a:gd name="connsiteY1" fmla="*/ 1161397 h 1161397"/>
              <a:gd name="connsiteX2" fmla="*/ 0 w 6884912"/>
              <a:gd name="connsiteY2" fmla="*/ 1161397 h 1161397"/>
              <a:gd name="connsiteX3" fmla="*/ 27135 w 6884912"/>
              <a:gd name="connsiteY3" fmla="*/ 1147460 h 1161397"/>
              <a:gd name="connsiteX4" fmla="*/ 115388 w 6884912"/>
              <a:gd name="connsiteY4" fmla="*/ 1111320 h 1161397"/>
              <a:gd name="connsiteX5" fmla="*/ 213420 w 6884912"/>
              <a:gd name="connsiteY5" fmla="*/ 1056868 h 1161397"/>
              <a:gd name="connsiteX6" fmla="*/ 454970 w 6884912"/>
              <a:gd name="connsiteY6" fmla="*/ 1023343 h 1161397"/>
              <a:gd name="connsiteX7" fmla="*/ 548162 w 6884912"/>
              <a:gd name="connsiteY7" fmla="*/ 984908 h 1161397"/>
              <a:gd name="connsiteX8" fmla="*/ 651408 w 6884912"/>
              <a:gd name="connsiteY8" fmla="*/ 984938 h 1161397"/>
              <a:gd name="connsiteX9" fmla="*/ 723108 w 6884912"/>
              <a:gd name="connsiteY9" fmla="*/ 941904 h 1161397"/>
              <a:gd name="connsiteX10" fmla="*/ 797699 w 6884912"/>
              <a:gd name="connsiteY10" fmla="*/ 931362 h 1161397"/>
              <a:gd name="connsiteX11" fmla="*/ 843359 w 6884912"/>
              <a:gd name="connsiteY11" fmla="*/ 910894 h 1161397"/>
              <a:gd name="connsiteX12" fmla="*/ 965215 w 6884912"/>
              <a:gd name="connsiteY12" fmla="*/ 846701 h 1161397"/>
              <a:gd name="connsiteX13" fmla="*/ 1085080 w 6884912"/>
              <a:gd name="connsiteY13" fmla="*/ 776086 h 1161397"/>
              <a:gd name="connsiteX14" fmla="*/ 1131224 w 6884912"/>
              <a:gd name="connsiteY14" fmla="*/ 706160 h 1161397"/>
              <a:gd name="connsiteX15" fmla="*/ 1178135 w 6884912"/>
              <a:gd name="connsiteY15" fmla="*/ 698631 h 1161397"/>
              <a:gd name="connsiteX16" fmla="*/ 1178301 w 6884912"/>
              <a:gd name="connsiteY16" fmla="*/ 698094 h 1161397"/>
              <a:gd name="connsiteX17" fmla="*/ 1242716 w 6884912"/>
              <a:gd name="connsiteY17" fmla="*/ 698052 h 1161397"/>
              <a:gd name="connsiteX18" fmla="*/ 1299977 w 6884912"/>
              <a:gd name="connsiteY18" fmla="*/ 639196 h 1161397"/>
              <a:gd name="connsiteX19" fmla="*/ 1326190 w 6884912"/>
              <a:gd name="connsiteY19" fmla="*/ 625955 h 1161397"/>
              <a:gd name="connsiteX20" fmla="*/ 1339600 w 6884912"/>
              <a:gd name="connsiteY20" fmla="*/ 616295 h 1161397"/>
              <a:gd name="connsiteX21" fmla="*/ 1340054 w 6884912"/>
              <a:gd name="connsiteY21" fmla="*/ 614022 h 1161397"/>
              <a:gd name="connsiteX22" fmla="*/ 1391606 w 6884912"/>
              <a:gd name="connsiteY22" fmla="*/ 615229 h 1161397"/>
              <a:gd name="connsiteX23" fmla="*/ 1397565 w 6884912"/>
              <a:gd name="connsiteY23" fmla="*/ 611490 h 1161397"/>
              <a:gd name="connsiteX24" fmla="*/ 1432302 w 6884912"/>
              <a:gd name="connsiteY24" fmla="*/ 617267 h 1161397"/>
              <a:gd name="connsiteX25" fmla="*/ 1449644 w 6884912"/>
              <a:gd name="connsiteY25" fmla="*/ 617591 h 1161397"/>
              <a:gd name="connsiteX26" fmla="*/ 1455793 w 6884912"/>
              <a:gd name="connsiteY26" fmla="*/ 623174 h 1161397"/>
              <a:gd name="connsiteX27" fmla="*/ 1480758 w 6884912"/>
              <a:gd name="connsiteY27" fmla="*/ 620863 h 1161397"/>
              <a:gd name="connsiteX28" fmla="*/ 1483154 w 6884912"/>
              <a:gd name="connsiteY28" fmla="*/ 618527 h 1161397"/>
              <a:gd name="connsiteX29" fmla="*/ 1505495 w 6884912"/>
              <a:gd name="connsiteY29" fmla="*/ 624325 h 1161397"/>
              <a:gd name="connsiteX30" fmla="*/ 1526340 w 6884912"/>
              <a:gd name="connsiteY30" fmla="*/ 638496 h 1161397"/>
              <a:gd name="connsiteX31" fmla="*/ 1731986 w 6884912"/>
              <a:gd name="connsiteY31" fmla="*/ 589682 h 1161397"/>
              <a:gd name="connsiteX32" fmla="*/ 1927935 w 6884912"/>
              <a:gd name="connsiteY32" fmla="*/ 628540 h 1161397"/>
              <a:gd name="connsiteX33" fmla="*/ 2039075 w 6884912"/>
              <a:gd name="connsiteY33" fmla="*/ 599964 h 1161397"/>
              <a:gd name="connsiteX34" fmla="*/ 2066980 w 6884912"/>
              <a:gd name="connsiteY34" fmla="*/ 550413 h 1161397"/>
              <a:gd name="connsiteX35" fmla="*/ 2352236 w 6884912"/>
              <a:gd name="connsiteY35" fmla="*/ 519602 h 1161397"/>
              <a:gd name="connsiteX36" fmla="*/ 2420791 w 6884912"/>
              <a:gd name="connsiteY36" fmla="*/ 492826 h 1161397"/>
              <a:gd name="connsiteX37" fmla="*/ 2489932 w 6884912"/>
              <a:gd name="connsiteY37" fmla="*/ 507864 h 1161397"/>
              <a:gd name="connsiteX38" fmla="*/ 2512917 w 6884912"/>
              <a:gd name="connsiteY38" fmla="*/ 489127 h 1161397"/>
              <a:gd name="connsiteX39" fmla="*/ 2516783 w 6884912"/>
              <a:gd name="connsiteY39" fmla="*/ 485473 h 1161397"/>
              <a:gd name="connsiteX40" fmla="*/ 2534360 w 6884912"/>
              <a:gd name="connsiteY40" fmla="*/ 480064 h 1161397"/>
              <a:gd name="connsiteX41" fmla="*/ 2536691 w 6884912"/>
              <a:gd name="connsiteY41" fmla="*/ 467018 h 1161397"/>
              <a:gd name="connsiteX42" fmla="*/ 2561265 w 6884912"/>
              <a:gd name="connsiteY42" fmla="*/ 450623 h 1161397"/>
              <a:gd name="connsiteX43" fmla="*/ 2594349 w 6884912"/>
              <a:gd name="connsiteY43" fmla="*/ 443884 h 1161397"/>
              <a:gd name="connsiteX44" fmla="*/ 2754324 w 6884912"/>
              <a:gd name="connsiteY44" fmla="*/ 424766 h 1161397"/>
              <a:gd name="connsiteX45" fmla="*/ 2848470 w 6884912"/>
              <a:gd name="connsiteY45" fmla="*/ 405966 h 1161397"/>
              <a:gd name="connsiteX46" fmla="*/ 2881772 w 6884912"/>
              <a:gd name="connsiteY46" fmla="*/ 387260 h 1161397"/>
              <a:gd name="connsiteX47" fmla="*/ 2929932 w 6884912"/>
              <a:gd name="connsiteY47" fmla="*/ 368912 h 1161397"/>
              <a:gd name="connsiteX48" fmla="*/ 3013020 w 6884912"/>
              <a:gd name="connsiteY48" fmla="*/ 327578 h 1161397"/>
              <a:gd name="connsiteX49" fmla="*/ 3222191 w 6884912"/>
              <a:gd name="connsiteY49" fmla="*/ 307887 h 1161397"/>
              <a:gd name="connsiteX50" fmla="*/ 3227953 w 6884912"/>
              <a:gd name="connsiteY50" fmla="*/ 297650 h 1161397"/>
              <a:gd name="connsiteX51" fmla="*/ 3510042 w 6884912"/>
              <a:gd name="connsiteY51" fmla="*/ 311820 h 1161397"/>
              <a:gd name="connsiteX52" fmla="*/ 3626773 w 6884912"/>
              <a:gd name="connsiteY52" fmla="*/ 290452 h 1161397"/>
              <a:gd name="connsiteX53" fmla="*/ 3666217 w 6884912"/>
              <a:gd name="connsiteY53" fmla="*/ 273255 h 1161397"/>
              <a:gd name="connsiteX54" fmla="*/ 3732427 w 6884912"/>
              <a:gd name="connsiteY54" fmla="*/ 245039 h 1161397"/>
              <a:gd name="connsiteX55" fmla="*/ 3777022 w 6884912"/>
              <a:gd name="connsiteY55" fmla="*/ 200276 h 1161397"/>
              <a:gd name="connsiteX56" fmla="*/ 3791246 w 6884912"/>
              <a:gd name="connsiteY56" fmla="*/ 189996 h 1161397"/>
              <a:gd name="connsiteX57" fmla="*/ 3819864 w 6884912"/>
              <a:gd name="connsiteY57" fmla="*/ 194605 h 1161397"/>
              <a:gd name="connsiteX58" fmla="*/ 3830398 w 6884912"/>
              <a:gd name="connsiteY58" fmla="*/ 188383 h 1161397"/>
              <a:gd name="connsiteX59" fmla="*/ 3834360 w 6884912"/>
              <a:gd name="connsiteY59" fmla="*/ 188992 h 1161397"/>
              <a:gd name="connsiteX60" fmla="*/ 3843715 w 6884912"/>
              <a:gd name="connsiteY60" fmla="*/ 188752 h 1161397"/>
              <a:gd name="connsiteX61" fmla="*/ 3842609 w 6884912"/>
              <a:gd name="connsiteY61" fmla="*/ 197386 h 1161397"/>
              <a:gd name="connsiteX62" fmla="*/ 3853961 w 6884912"/>
              <a:gd name="connsiteY62" fmla="*/ 213380 h 1161397"/>
              <a:gd name="connsiteX63" fmla="*/ 3907640 w 6884912"/>
              <a:gd name="connsiteY63" fmla="*/ 207568 h 1161397"/>
              <a:gd name="connsiteX64" fmla="*/ 3910449 w 6884912"/>
              <a:gd name="connsiteY64" fmla="*/ 197808 h 1161397"/>
              <a:gd name="connsiteX65" fmla="*/ 3917197 w 6884912"/>
              <a:gd name="connsiteY65" fmla="*/ 196121 h 1161397"/>
              <a:gd name="connsiteX66" fmla="*/ 3922400 w 6884912"/>
              <a:gd name="connsiteY66" fmla="*/ 205056 h 1161397"/>
              <a:gd name="connsiteX67" fmla="*/ 4013061 w 6884912"/>
              <a:gd name="connsiteY67" fmla="*/ 224874 h 1161397"/>
              <a:gd name="connsiteX68" fmla="*/ 4220717 w 6884912"/>
              <a:gd name="connsiteY68" fmla="*/ 192946 h 1161397"/>
              <a:gd name="connsiteX69" fmla="*/ 4228802 w 6884912"/>
              <a:gd name="connsiteY69" fmla="*/ 201468 h 1161397"/>
              <a:gd name="connsiteX70" fmla="*/ 4289361 w 6884912"/>
              <a:gd name="connsiteY70" fmla="*/ 196642 h 1161397"/>
              <a:gd name="connsiteX71" fmla="*/ 4498913 w 6884912"/>
              <a:gd name="connsiteY71" fmla="*/ 118915 h 1161397"/>
              <a:gd name="connsiteX72" fmla="*/ 4617330 w 6884912"/>
              <a:gd name="connsiteY72" fmla="*/ 111163 h 1161397"/>
              <a:gd name="connsiteX73" fmla="*/ 4659778 w 6884912"/>
              <a:gd name="connsiteY73" fmla="*/ 118219 h 1161397"/>
              <a:gd name="connsiteX74" fmla="*/ 4730870 w 6884912"/>
              <a:gd name="connsiteY74" fmla="*/ 129432 h 1161397"/>
              <a:gd name="connsiteX75" fmla="*/ 4844073 w 6884912"/>
              <a:gd name="connsiteY75" fmla="*/ 161768 h 1161397"/>
              <a:gd name="connsiteX76" fmla="*/ 4856454 w 6884912"/>
              <a:gd name="connsiteY76" fmla="*/ 130488 h 1161397"/>
              <a:gd name="connsiteX77" fmla="*/ 4920038 w 6884912"/>
              <a:gd name="connsiteY77" fmla="*/ 140418 h 1161397"/>
              <a:gd name="connsiteX78" fmla="*/ 5016639 w 6884912"/>
              <a:gd name="connsiteY78" fmla="*/ 158905 h 1161397"/>
              <a:gd name="connsiteX79" fmla="*/ 5072009 w 6884912"/>
              <a:gd name="connsiteY79" fmla="*/ 161502 h 1161397"/>
              <a:gd name="connsiteX80" fmla="*/ 5223626 w 6884912"/>
              <a:gd name="connsiteY80" fmla="*/ 177356 h 1161397"/>
              <a:gd name="connsiteX81" fmla="*/ 5375773 w 6884912"/>
              <a:gd name="connsiteY81" fmla="*/ 199913 h 1161397"/>
              <a:gd name="connsiteX82" fmla="*/ 5467502 w 6884912"/>
              <a:gd name="connsiteY82" fmla="*/ 250963 h 1161397"/>
              <a:gd name="connsiteX83" fmla="*/ 5592395 w 6884912"/>
              <a:gd name="connsiteY83" fmla="*/ 265434 h 1161397"/>
              <a:gd name="connsiteX84" fmla="*/ 5613532 w 6884912"/>
              <a:gd name="connsiteY84" fmla="*/ 273379 h 1161397"/>
              <a:gd name="connsiteX85" fmla="*/ 5642173 w 6884912"/>
              <a:gd name="connsiteY85" fmla="*/ 266904 h 1161397"/>
              <a:gd name="connsiteX86" fmla="*/ 5756910 w 6884912"/>
              <a:gd name="connsiteY86" fmla="*/ 239211 h 1161397"/>
              <a:gd name="connsiteX87" fmla="*/ 5846667 w 6884912"/>
              <a:gd name="connsiteY87" fmla="*/ 201786 h 1161397"/>
              <a:gd name="connsiteX88" fmla="*/ 5960732 w 6884912"/>
              <a:gd name="connsiteY88" fmla="*/ 220708 h 1161397"/>
              <a:gd name="connsiteX89" fmla="*/ 6029542 w 6884912"/>
              <a:gd name="connsiteY89" fmla="*/ 210339 h 1161397"/>
              <a:gd name="connsiteX90" fmla="*/ 6141123 w 6884912"/>
              <a:gd name="connsiteY90" fmla="*/ 159923 h 1161397"/>
              <a:gd name="connsiteX91" fmla="*/ 6290640 w 6884912"/>
              <a:gd name="connsiteY91" fmla="*/ 167441 h 1161397"/>
              <a:gd name="connsiteX92" fmla="*/ 6322806 w 6884912"/>
              <a:gd name="connsiteY92" fmla="*/ 213293 h 1161397"/>
              <a:gd name="connsiteX93" fmla="*/ 6380420 w 6884912"/>
              <a:gd name="connsiteY93" fmla="*/ 173195 h 1161397"/>
              <a:gd name="connsiteX94" fmla="*/ 6507891 w 6884912"/>
              <a:gd name="connsiteY94" fmla="*/ 118474 h 1161397"/>
              <a:gd name="connsiteX95" fmla="*/ 6571807 w 6884912"/>
              <a:gd name="connsiteY95" fmla="*/ 98636 h 1161397"/>
              <a:gd name="connsiteX96" fmla="*/ 6671880 w 6884912"/>
              <a:gd name="connsiteY96" fmla="*/ 82931 h 1161397"/>
              <a:gd name="connsiteX97" fmla="*/ 6702266 w 6884912"/>
              <a:gd name="connsiteY97" fmla="*/ 75470 h 1161397"/>
              <a:gd name="connsiteX98" fmla="*/ 6845802 w 6884912"/>
              <a:gd name="connsiteY98" fmla="*/ 24496 h 1161397"/>
              <a:gd name="connsiteX99" fmla="*/ 6884912 w 6884912"/>
              <a:gd name="connsiteY99" fmla="*/ 0 h 1161397"/>
              <a:gd name="connsiteX0" fmla="*/ 6884912 w 6884912"/>
              <a:gd name="connsiteY0" fmla="*/ 0 h 1161397"/>
              <a:gd name="connsiteX1" fmla="*/ 6884912 w 6884912"/>
              <a:gd name="connsiteY1" fmla="*/ 1161397 h 1161397"/>
              <a:gd name="connsiteX2" fmla="*/ 0 w 6884912"/>
              <a:gd name="connsiteY2" fmla="*/ 1161397 h 1161397"/>
              <a:gd name="connsiteX3" fmla="*/ 27135 w 6884912"/>
              <a:gd name="connsiteY3" fmla="*/ 1147460 h 1161397"/>
              <a:gd name="connsiteX4" fmla="*/ 115388 w 6884912"/>
              <a:gd name="connsiteY4" fmla="*/ 1111320 h 1161397"/>
              <a:gd name="connsiteX5" fmla="*/ 213420 w 6884912"/>
              <a:gd name="connsiteY5" fmla="*/ 1056868 h 1161397"/>
              <a:gd name="connsiteX6" fmla="*/ 454970 w 6884912"/>
              <a:gd name="connsiteY6" fmla="*/ 1023343 h 1161397"/>
              <a:gd name="connsiteX7" fmla="*/ 548162 w 6884912"/>
              <a:gd name="connsiteY7" fmla="*/ 984908 h 1161397"/>
              <a:gd name="connsiteX8" fmla="*/ 651408 w 6884912"/>
              <a:gd name="connsiteY8" fmla="*/ 984938 h 1161397"/>
              <a:gd name="connsiteX9" fmla="*/ 723108 w 6884912"/>
              <a:gd name="connsiteY9" fmla="*/ 941904 h 1161397"/>
              <a:gd name="connsiteX10" fmla="*/ 797699 w 6884912"/>
              <a:gd name="connsiteY10" fmla="*/ 931362 h 1161397"/>
              <a:gd name="connsiteX11" fmla="*/ 843359 w 6884912"/>
              <a:gd name="connsiteY11" fmla="*/ 910894 h 1161397"/>
              <a:gd name="connsiteX12" fmla="*/ 965215 w 6884912"/>
              <a:gd name="connsiteY12" fmla="*/ 846701 h 1161397"/>
              <a:gd name="connsiteX13" fmla="*/ 1085080 w 6884912"/>
              <a:gd name="connsiteY13" fmla="*/ 776086 h 1161397"/>
              <a:gd name="connsiteX14" fmla="*/ 1131224 w 6884912"/>
              <a:gd name="connsiteY14" fmla="*/ 706160 h 1161397"/>
              <a:gd name="connsiteX15" fmla="*/ 1178135 w 6884912"/>
              <a:gd name="connsiteY15" fmla="*/ 698631 h 1161397"/>
              <a:gd name="connsiteX16" fmla="*/ 1242716 w 6884912"/>
              <a:gd name="connsiteY16" fmla="*/ 698052 h 1161397"/>
              <a:gd name="connsiteX17" fmla="*/ 1299977 w 6884912"/>
              <a:gd name="connsiteY17" fmla="*/ 639196 h 1161397"/>
              <a:gd name="connsiteX18" fmla="*/ 1326190 w 6884912"/>
              <a:gd name="connsiteY18" fmla="*/ 625955 h 1161397"/>
              <a:gd name="connsiteX19" fmla="*/ 1339600 w 6884912"/>
              <a:gd name="connsiteY19" fmla="*/ 616295 h 1161397"/>
              <a:gd name="connsiteX20" fmla="*/ 1340054 w 6884912"/>
              <a:gd name="connsiteY20" fmla="*/ 614022 h 1161397"/>
              <a:gd name="connsiteX21" fmla="*/ 1391606 w 6884912"/>
              <a:gd name="connsiteY21" fmla="*/ 615229 h 1161397"/>
              <a:gd name="connsiteX22" fmla="*/ 1397565 w 6884912"/>
              <a:gd name="connsiteY22" fmla="*/ 611490 h 1161397"/>
              <a:gd name="connsiteX23" fmla="*/ 1432302 w 6884912"/>
              <a:gd name="connsiteY23" fmla="*/ 617267 h 1161397"/>
              <a:gd name="connsiteX24" fmla="*/ 1449644 w 6884912"/>
              <a:gd name="connsiteY24" fmla="*/ 617591 h 1161397"/>
              <a:gd name="connsiteX25" fmla="*/ 1455793 w 6884912"/>
              <a:gd name="connsiteY25" fmla="*/ 623174 h 1161397"/>
              <a:gd name="connsiteX26" fmla="*/ 1480758 w 6884912"/>
              <a:gd name="connsiteY26" fmla="*/ 620863 h 1161397"/>
              <a:gd name="connsiteX27" fmla="*/ 1483154 w 6884912"/>
              <a:gd name="connsiteY27" fmla="*/ 618527 h 1161397"/>
              <a:gd name="connsiteX28" fmla="*/ 1505495 w 6884912"/>
              <a:gd name="connsiteY28" fmla="*/ 624325 h 1161397"/>
              <a:gd name="connsiteX29" fmla="*/ 1526340 w 6884912"/>
              <a:gd name="connsiteY29" fmla="*/ 638496 h 1161397"/>
              <a:gd name="connsiteX30" fmla="*/ 1731986 w 6884912"/>
              <a:gd name="connsiteY30" fmla="*/ 589682 h 1161397"/>
              <a:gd name="connsiteX31" fmla="*/ 1927935 w 6884912"/>
              <a:gd name="connsiteY31" fmla="*/ 628540 h 1161397"/>
              <a:gd name="connsiteX32" fmla="*/ 2039075 w 6884912"/>
              <a:gd name="connsiteY32" fmla="*/ 599964 h 1161397"/>
              <a:gd name="connsiteX33" fmla="*/ 2066980 w 6884912"/>
              <a:gd name="connsiteY33" fmla="*/ 550413 h 1161397"/>
              <a:gd name="connsiteX34" fmla="*/ 2352236 w 6884912"/>
              <a:gd name="connsiteY34" fmla="*/ 519602 h 1161397"/>
              <a:gd name="connsiteX35" fmla="*/ 2420791 w 6884912"/>
              <a:gd name="connsiteY35" fmla="*/ 492826 h 1161397"/>
              <a:gd name="connsiteX36" fmla="*/ 2489932 w 6884912"/>
              <a:gd name="connsiteY36" fmla="*/ 507864 h 1161397"/>
              <a:gd name="connsiteX37" fmla="*/ 2512917 w 6884912"/>
              <a:gd name="connsiteY37" fmla="*/ 489127 h 1161397"/>
              <a:gd name="connsiteX38" fmla="*/ 2516783 w 6884912"/>
              <a:gd name="connsiteY38" fmla="*/ 485473 h 1161397"/>
              <a:gd name="connsiteX39" fmla="*/ 2534360 w 6884912"/>
              <a:gd name="connsiteY39" fmla="*/ 480064 h 1161397"/>
              <a:gd name="connsiteX40" fmla="*/ 2536691 w 6884912"/>
              <a:gd name="connsiteY40" fmla="*/ 467018 h 1161397"/>
              <a:gd name="connsiteX41" fmla="*/ 2561265 w 6884912"/>
              <a:gd name="connsiteY41" fmla="*/ 450623 h 1161397"/>
              <a:gd name="connsiteX42" fmla="*/ 2594349 w 6884912"/>
              <a:gd name="connsiteY42" fmla="*/ 443884 h 1161397"/>
              <a:gd name="connsiteX43" fmla="*/ 2754324 w 6884912"/>
              <a:gd name="connsiteY43" fmla="*/ 424766 h 1161397"/>
              <a:gd name="connsiteX44" fmla="*/ 2848470 w 6884912"/>
              <a:gd name="connsiteY44" fmla="*/ 405966 h 1161397"/>
              <a:gd name="connsiteX45" fmla="*/ 2881772 w 6884912"/>
              <a:gd name="connsiteY45" fmla="*/ 387260 h 1161397"/>
              <a:gd name="connsiteX46" fmla="*/ 2929932 w 6884912"/>
              <a:gd name="connsiteY46" fmla="*/ 368912 h 1161397"/>
              <a:gd name="connsiteX47" fmla="*/ 3013020 w 6884912"/>
              <a:gd name="connsiteY47" fmla="*/ 327578 h 1161397"/>
              <a:gd name="connsiteX48" fmla="*/ 3222191 w 6884912"/>
              <a:gd name="connsiteY48" fmla="*/ 307887 h 1161397"/>
              <a:gd name="connsiteX49" fmla="*/ 3227953 w 6884912"/>
              <a:gd name="connsiteY49" fmla="*/ 297650 h 1161397"/>
              <a:gd name="connsiteX50" fmla="*/ 3510042 w 6884912"/>
              <a:gd name="connsiteY50" fmla="*/ 311820 h 1161397"/>
              <a:gd name="connsiteX51" fmla="*/ 3626773 w 6884912"/>
              <a:gd name="connsiteY51" fmla="*/ 290452 h 1161397"/>
              <a:gd name="connsiteX52" fmla="*/ 3666217 w 6884912"/>
              <a:gd name="connsiteY52" fmla="*/ 273255 h 1161397"/>
              <a:gd name="connsiteX53" fmla="*/ 3732427 w 6884912"/>
              <a:gd name="connsiteY53" fmla="*/ 245039 h 1161397"/>
              <a:gd name="connsiteX54" fmla="*/ 3777022 w 6884912"/>
              <a:gd name="connsiteY54" fmla="*/ 200276 h 1161397"/>
              <a:gd name="connsiteX55" fmla="*/ 3791246 w 6884912"/>
              <a:gd name="connsiteY55" fmla="*/ 189996 h 1161397"/>
              <a:gd name="connsiteX56" fmla="*/ 3819864 w 6884912"/>
              <a:gd name="connsiteY56" fmla="*/ 194605 h 1161397"/>
              <a:gd name="connsiteX57" fmla="*/ 3830398 w 6884912"/>
              <a:gd name="connsiteY57" fmla="*/ 188383 h 1161397"/>
              <a:gd name="connsiteX58" fmla="*/ 3834360 w 6884912"/>
              <a:gd name="connsiteY58" fmla="*/ 188992 h 1161397"/>
              <a:gd name="connsiteX59" fmla="*/ 3843715 w 6884912"/>
              <a:gd name="connsiteY59" fmla="*/ 188752 h 1161397"/>
              <a:gd name="connsiteX60" fmla="*/ 3842609 w 6884912"/>
              <a:gd name="connsiteY60" fmla="*/ 197386 h 1161397"/>
              <a:gd name="connsiteX61" fmla="*/ 3853961 w 6884912"/>
              <a:gd name="connsiteY61" fmla="*/ 213380 h 1161397"/>
              <a:gd name="connsiteX62" fmla="*/ 3907640 w 6884912"/>
              <a:gd name="connsiteY62" fmla="*/ 207568 h 1161397"/>
              <a:gd name="connsiteX63" fmla="*/ 3910449 w 6884912"/>
              <a:gd name="connsiteY63" fmla="*/ 197808 h 1161397"/>
              <a:gd name="connsiteX64" fmla="*/ 3917197 w 6884912"/>
              <a:gd name="connsiteY64" fmla="*/ 196121 h 1161397"/>
              <a:gd name="connsiteX65" fmla="*/ 3922400 w 6884912"/>
              <a:gd name="connsiteY65" fmla="*/ 205056 h 1161397"/>
              <a:gd name="connsiteX66" fmla="*/ 4013061 w 6884912"/>
              <a:gd name="connsiteY66" fmla="*/ 224874 h 1161397"/>
              <a:gd name="connsiteX67" fmla="*/ 4220717 w 6884912"/>
              <a:gd name="connsiteY67" fmla="*/ 192946 h 1161397"/>
              <a:gd name="connsiteX68" fmla="*/ 4228802 w 6884912"/>
              <a:gd name="connsiteY68" fmla="*/ 201468 h 1161397"/>
              <a:gd name="connsiteX69" fmla="*/ 4289361 w 6884912"/>
              <a:gd name="connsiteY69" fmla="*/ 196642 h 1161397"/>
              <a:gd name="connsiteX70" fmla="*/ 4498913 w 6884912"/>
              <a:gd name="connsiteY70" fmla="*/ 118915 h 1161397"/>
              <a:gd name="connsiteX71" fmla="*/ 4617330 w 6884912"/>
              <a:gd name="connsiteY71" fmla="*/ 111163 h 1161397"/>
              <a:gd name="connsiteX72" fmla="*/ 4659778 w 6884912"/>
              <a:gd name="connsiteY72" fmla="*/ 118219 h 1161397"/>
              <a:gd name="connsiteX73" fmla="*/ 4730870 w 6884912"/>
              <a:gd name="connsiteY73" fmla="*/ 129432 h 1161397"/>
              <a:gd name="connsiteX74" fmla="*/ 4844073 w 6884912"/>
              <a:gd name="connsiteY74" fmla="*/ 161768 h 1161397"/>
              <a:gd name="connsiteX75" fmla="*/ 4856454 w 6884912"/>
              <a:gd name="connsiteY75" fmla="*/ 130488 h 1161397"/>
              <a:gd name="connsiteX76" fmla="*/ 4920038 w 6884912"/>
              <a:gd name="connsiteY76" fmla="*/ 140418 h 1161397"/>
              <a:gd name="connsiteX77" fmla="*/ 5016639 w 6884912"/>
              <a:gd name="connsiteY77" fmla="*/ 158905 h 1161397"/>
              <a:gd name="connsiteX78" fmla="*/ 5072009 w 6884912"/>
              <a:gd name="connsiteY78" fmla="*/ 161502 h 1161397"/>
              <a:gd name="connsiteX79" fmla="*/ 5223626 w 6884912"/>
              <a:gd name="connsiteY79" fmla="*/ 177356 h 1161397"/>
              <a:gd name="connsiteX80" fmla="*/ 5375773 w 6884912"/>
              <a:gd name="connsiteY80" fmla="*/ 199913 h 1161397"/>
              <a:gd name="connsiteX81" fmla="*/ 5467502 w 6884912"/>
              <a:gd name="connsiteY81" fmla="*/ 250963 h 1161397"/>
              <a:gd name="connsiteX82" fmla="*/ 5592395 w 6884912"/>
              <a:gd name="connsiteY82" fmla="*/ 265434 h 1161397"/>
              <a:gd name="connsiteX83" fmla="*/ 5613532 w 6884912"/>
              <a:gd name="connsiteY83" fmla="*/ 273379 h 1161397"/>
              <a:gd name="connsiteX84" fmla="*/ 5642173 w 6884912"/>
              <a:gd name="connsiteY84" fmla="*/ 266904 h 1161397"/>
              <a:gd name="connsiteX85" fmla="*/ 5756910 w 6884912"/>
              <a:gd name="connsiteY85" fmla="*/ 239211 h 1161397"/>
              <a:gd name="connsiteX86" fmla="*/ 5846667 w 6884912"/>
              <a:gd name="connsiteY86" fmla="*/ 201786 h 1161397"/>
              <a:gd name="connsiteX87" fmla="*/ 5960732 w 6884912"/>
              <a:gd name="connsiteY87" fmla="*/ 220708 h 1161397"/>
              <a:gd name="connsiteX88" fmla="*/ 6029542 w 6884912"/>
              <a:gd name="connsiteY88" fmla="*/ 210339 h 1161397"/>
              <a:gd name="connsiteX89" fmla="*/ 6141123 w 6884912"/>
              <a:gd name="connsiteY89" fmla="*/ 159923 h 1161397"/>
              <a:gd name="connsiteX90" fmla="*/ 6290640 w 6884912"/>
              <a:gd name="connsiteY90" fmla="*/ 167441 h 1161397"/>
              <a:gd name="connsiteX91" fmla="*/ 6322806 w 6884912"/>
              <a:gd name="connsiteY91" fmla="*/ 213293 h 1161397"/>
              <a:gd name="connsiteX92" fmla="*/ 6380420 w 6884912"/>
              <a:gd name="connsiteY92" fmla="*/ 173195 h 1161397"/>
              <a:gd name="connsiteX93" fmla="*/ 6507891 w 6884912"/>
              <a:gd name="connsiteY93" fmla="*/ 118474 h 1161397"/>
              <a:gd name="connsiteX94" fmla="*/ 6571807 w 6884912"/>
              <a:gd name="connsiteY94" fmla="*/ 98636 h 1161397"/>
              <a:gd name="connsiteX95" fmla="*/ 6671880 w 6884912"/>
              <a:gd name="connsiteY95" fmla="*/ 82931 h 1161397"/>
              <a:gd name="connsiteX96" fmla="*/ 6702266 w 6884912"/>
              <a:gd name="connsiteY96" fmla="*/ 75470 h 1161397"/>
              <a:gd name="connsiteX97" fmla="*/ 6845802 w 6884912"/>
              <a:gd name="connsiteY97" fmla="*/ 24496 h 1161397"/>
              <a:gd name="connsiteX98" fmla="*/ 6884912 w 6884912"/>
              <a:gd name="connsiteY98" fmla="*/ 0 h 1161397"/>
              <a:gd name="connsiteX0" fmla="*/ 6884912 w 6884912"/>
              <a:gd name="connsiteY0" fmla="*/ 0 h 1161397"/>
              <a:gd name="connsiteX1" fmla="*/ 6884912 w 6884912"/>
              <a:gd name="connsiteY1" fmla="*/ 1161397 h 1161397"/>
              <a:gd name="connsiteX2" fmla="*/ 0 w 6884912"/>
              <a:gd name="connsiteY2" fmla="*/ 1161397 h 1161397"/>
              <a:gd name="connsiteX3" fmla="*/ 27135 w 6884912"/>
              <a:gd name="connsiteY3" fmla="*/ 1147460 h 1161397"/>
              <a:gd name="connsiteX4" fmla="*/ 115388 w 6884912"/>
              <a:gd name="connsiteY4" fmla="*/ 1111320 h 1161397"/>
              <a:gd name="connsiteX5" fmla="*/ 213420 w 6884912"/>
              <a:gd name="connsiteY5" fmla="*/ 1056868 h 1161397"/>
              <a:gd name="connsiteX6" fmla="*/ 454970 w 6884912"/>
              <a:gd name="connsiteY6" fmla="*/ 1023343 h 1161397"/>
              <a:gd name="connsiteX7" fmla="*/ 548162 w 6884912"/>
              <a:gd name="connsiteY7" fmla="*/ 984908 h 1161397"/>
              <a:gd name="connsiteX8" fmla="*/ 651408 w 6884912"/>
              <a:gd name="connsiteY8" fmla="*/ 984938 h 1161397"/>
              <a:gd name="connsiteX9" fmla="*/ 723108 w 6884912"/>
              <a:gd name="connsiteY9" fmla="*/ 941904 h 1161397"/>
              <a:gd name="connsiteX10" fmla="*/ 797699 w 6884912"/>
              <a:gd name="connsiteY10" fmla="*/ 931362 h 1161397"/>
              <a:gd name="connsiteX11" fmla="*/ 843359 w 6884912"/>
              <a:gd name="connsiteY11" fmla="*/ 910894 h 1161397"/>
              <a:gd name="connsiteX12" fmla="*/ 965215 w 6884912"/>
              <a:gd name="connsiteY12" fmla="*/ 846701 h 1161397"/>
              <a:gd name="connsiteX13" fmla="*/ 1085080 w 6884912"/>
              <a:gd name="connsiteY13" fmla="*/ 776086 h 1161397"/>
              <a:gd name="connsiteX14" fmla="*/ 1131224 w 6884912"/>
              <a:gd name="connsiteY14" fmla="*/ 706160 h 1161397"/>
              <a:gd name="connsiteX15" fmla="*/ 1207847 w 6884912"/>
              <a:gd name="connsiteY15" fmla="*/ 689087 h 1161397"/>
              <a:gd name="connsiteX16" fmla="*/ 1242716 w 6884912"/>
              <a:gd name="connsiteY16" fmla="*/ 698052 h 1161397"/>
              <a:gd name="connsiteX17" fmla="*/ 1299977 w 6884912"/>
              <a:gd name="connsiteY17" fmla="*/ 639196 h 1161397"/>
              <a:gd name="connsiteX18" fmla="*/ 1326190 w 6884912"/>
              <a:gd name="connsiteY18" fmla="*/ 625955 h 1161397"/>
              <a:gd name="connsiteX19" fmla="*/ 1339600 w 6884912"/>
              <a:gd name="connsiteY19" fmla="*/ 616295 h 1161397"/>
              <a:gd name="connsiteX20" fmla="*/ 1340054 w 6884912"/>
              <a:gd name="connsiteY20" fmla="*/ 614022 h 1161397"/>
              <a:gd name="connsiteX21" fmla="*/ 1391606 w 6884912"/>
              <a:gd name="connsiteY21" fmla="*/ 615229 h 1161397"/>
              <a:gd name="connsiteX22" fmla="*/ 1397565 w 6884912"/>
              <a:gd name="connsiteY22" fmla="*/ 611490 h 1161397"/>
              <a:gd name="connsiteX23" fmla="*/ 1432302 w 6884912"/>
              <a:gd name="connsiteY23" fmla="*/ 617267 h 1161397"/>
              <a:gd name="connsiteX24" fmla="*/ 1449644 w 6884912"/>
              <a:gd name="connsiteY24" fmla="*/ 617591 h 1161397"/>
              <a:gd name="connsiteX25" fmla="*/ 1455793 w 6884912"/>
              <a:gd name="connsiteY25" fmla="*/ 623174 h 1161397"/>
              <a:gd name="connsiteX26" fmla="*/ 1480758 w 6884912"/>
              <a:gd name="connsiteY26" fmla="*/ 620863 h 1161397"/>
              <a:gd name="connsiteX27" fmla="*/ 1483154 w 6884912"/>
              <a:gd name="connsiteY27" fmla="*/ 618527 h 1161397"/>
              <a:gd name="connsiteX28" fmla="*/ 1505495 w 6884912"/>
              <a:gd name="connsiteY28" fmla="*/ 624325 h 1161397"/>
              <a:gd name="connsiteX29" fmla="*/ 1526340 w 6884912"/>
              <a:gd name="connsiteY29" fmla="*/ 638496 h 1161397"/>
              <a:gd name="connsiteX30" fmla="*/ 1731986 w 6884912"/>
              <a:gd name="connsiteY30" fmla="*/ 589682 h 1161397"/>
              <a:gd name="connsiteX31" fmla="*/ 1927935 w 6884912"/>
              <a:gd name="connsiteY31" fmla="*/ 628540 h 1161397"/>
              <a:gd name="connsiteX32" fmla="*/ 2039075 w 6884912"/>
              <a:gd name="connsiteY32" fmla="*/ 599964 h 1161397"/>
              <a:gd name="connsiteX33" fmla="*/ 2066980 w 6884912"/>
              <a:gd name="connsiteY33" fmla="*/ 550413 h 1161397"/>
              <a:gd name="connsiteX34" fmla="*/ 2352236 w 6884912"/>
              <a:gd name="connsiteY34" fmla="*/ 519602 h 1161397"/>
              <a:gd name="connsiteX35" fmla="*/ 2420791 w 6884912"/>
              <a:gd name="connsiteY35" fmla="*/ 492826 h 1161397"/>
              <a:gd name="connsiteX36" fmla="*/ 2489932 w 6884912"/>
              <a:gd name="connsiteY36" fmla="*/ 507864 h 1161397"/>
              <a:gd name="connsiteX37" fmla="*/ 2512917 w 6884912"/>
              <a:gd name="connsiteY37" fmla="*/ 489127 h 1161397"/>
              <a:gd name="connsiteX38" fmla="*/ 2516783 w 6884912"/>
              <a:gd name="connsiteY38" fmla="*/ 485473 h 1161397"/>
              <a:gd name="connsiteX39" fmla="*/ 2534360 w 6884912"/>
              <a:gd name="connsiteY39" fmla="*/ 480064 h 1161397"/>
              <a:gd name="connsiteX40" fmla="*/ 2536691 w 6884912"/>
              <a:gd name="connsiteY40" fmla="*/ 467018 h 1161397"/>
              <a:gd name="connsiteX41" fmla="*/ 2561265 w 6884912"/>
              <a:gd name="connsiteY41" fmla="*/ 450623 h 1161397"/>
              <a:gd name="connsiteX42" fmla="*/ 2594349 w 6884912"/>
              <a:gd name="connsiteY42" fmla="*/ 443884 h 1161397"/>
              <a:gd name="connsiteX43" fmla="*/ 2754324 w 6884912"/>
              <a:gd name="connsiteY43" fmla="*/ 424766 h 1161397"/>
              <a:gd name="connsiteX44" fmla="*/ 2848470 w 6884912"/>
              <a:gd name="connsiteY44" fmla="*/ 405966 h 1161397"/>
              <a:gd name="connsiteX45" fmla="*/ 2881772 w 6884912"/>
              <a:gd name="connsiteY45" fmla="*/ 387260 h 1161397"/>
              <a:gd name="connsiteX46" fmla="*/ 2929932 w 6884912"/>
              <a:gd name="connsiteY46" fmla="*/ 368912 h 1161397"/>
              <a:gd name="connsiteX47" fmla="*/ 3013020 w 6884912"/>
              <a:gd name="connsiteY47" fmla="*/ 327578 h 1161397"/>
              <a:gd name="connsiteX48" fmla="*/ 3222191 w 6884912"/>
              <a:gd name="connsiteY48" fmla="*/ 307887 h 1161397"/>
              <a:gd name="connsiteX49" fmla="*/ 3227953 w 6884912"/>
              <a:gd name="connsiteY49" fmla="*/ 297650 h 1161397"/>
              <a:gd name="connsiteX50" fmla="*/ 3510042 w 6884912"/>
              <a:gd name="connsiteY50" fmla="*/ 311820 h 1161397"/>
              <a:gd name="connsiteX51" fmla="*/ 3626773 w 6884912"/>
              <a:gd name="connsiteY51" fmla="*/ 290452 h 1161397"/>
              <a:gd name="connsiteX52" fmla="*/ 3666217 w 6884912"/>
              <a:gd name="connsiteY52" fmla="*/ 273255 h 1161397"/>
              <a:gd name="connsiteX53" fmla="*/ 3732427 w 6884912"/>
              <a:gd name="connsiteY53" fmla="*/ 245039 h 1161397"/>
              <a:gd name="connsiteX54" fmla="*/ 3777022 w 6884912"/>
              <a:gd name="connsiteY54" fmla="*/ 200276 h 1161397"/>
              <a:gd name="connsiteX55" fmla="*/ 3791246 w 6884912"/>
              <a:gd name="connsiteY55" fmla="*/ 189996 h 1161397"/>
              <a:gd name="connsiteX56" fmla="*/ 3819864 w 6884912"/>
              <a:gd name="connsiteY56" fmla="*/ 194605 h 1161397"/>
              <a:gd name="connsiteX57" fmla="*/ 3830398 w 6884912"/>
              <a:gd name="connsiteY57" fmla="*/ 188383 h 1161397"/>
              <a:gd name="connsiteX58" fmla="*/ 3834360 w 6884912"/>
              <a:gd name="connsiteY58" fmla="*/ 188992 h 1161397"/>
              <a:gd name="connsiteX59" fmla="*/ 3843715 w 6884912"/>
              <a:gd name="connsiteY59" fmla="*/ 188752 h 1161397"/>
              <a:gd name="connsiteX60" fmla="*/ 3842609 w 6884912"/>
              <a:gd name="connsiteY60" fmla="*/ 197386 h 1161397"/>
              <a:gd name="connsiteX61" fmla="*/ 3853961 w 6884912"/>
              <a:gd name="connsiteY61" fmla="*/ 213380 h 1161397"/>
              <a:gd name="connsiteX62" fmla="*/ 3907640 w 6884912"/>
              <a:gd name="connsiteY62" fmla="*/ 207568 h 1161397"/>
              <a:gd name="connsiteX63" fmla="*/ 3910449 w 6884912"/>
              <a:gd name="connsiteY63" fmla="*/ 197808 h 1161397"/>
              <a:gd name="connsiteX64" fmla="*/ 3917197 w 6884912"/>
              <a:gd name="connsiteY64" fmla="*/ 196121 h 1161397"/>
              <a:gd name="connsiteX65" fmla="*/ 3922400 w 6884912"/>
              <a:gd name="connsiteY65" fmla="*/ 205056 h 1161397"/>
              <a:gd name="connsiteX66" fmla="*/ 4013061 w 6884912"/>
              <a:gd name="connsiteY66" fmla="*/ 224874 h 1161397"/>
              <a:gd name="connsiteX67" fmla="*/ 4220717 w 6884912"/>
              <a:gd name="connsiteY67" fmla="*/ 192946 h 1161397"/>
              <a:gd name="connsiteX68" fmla="*/ 4228802 w 6884912"/>
              <a:gd name="connsiteY68" fmla="*/ 201468 h 1161397"/>
              <a:gd name="connsiteX69" fmla="*/ 4289361 w 6884912"/>
              <a:gd name="connsiteY69" fmla="*/ 196642 h 1161397"/>
              <a:gd name="connsiteX70" fmla="*/ 4498913 w 6884912"/>
              <a:gd name="connsiteY70" fmla="*/ 118915 h 1161397"/>
              <a:gd name="connsiteX71" fmla="*/ 4617330 w 6884912"/>
              <a:gd name="connsiteY71" fmla="*/ 111163 h 1161397"/>
              <a:gd name="connsiteX72" fmla="*/ 4659778 w 6884912"/>
              <a:gd name="connsiteY72" fmla="*/ 118219 h 1161397"/>
              <a:gd name="connsiteX73" fmla="*/ 4730870 w 6884912"/>
              <a:gd name="connsiteY73" fmla="*/ 129432 h 1161397"/>
              <a:gd name="connsiteX74" fmla="*/ 4844073 w 6884912"/>
              <a:gd name="connsiteY74" fmla="*/ 161768 h 1161397"/>
              <a:gd name="connsiteX75" fmla="*/ 4856454 w 6884912"/>
              <a:gd name="connsiteY75" fmla="*/ 130488 h 1161397"/>
              <a:gd name="connsiteX76" fmla="*/ 4920038 w 6884912"/>
              <a:gd name="connsiteY76" fmla="*/ 140418 h 1161397"/>
              <a:gd name="connsiteX77" fmla="*/ 5016639 w 6884912"/>
              <a:gd name="connsiteY77" fmla="*/ 158905 h 1161397"/>
              <a:gd name="connsiteX78" fmla="*/ 5072009 w 6884912"/>
              <a:gd name="connsiteY78" fmla="*/ 161502 h 1161397"/>
              <a:gd name="connsiteX79" fmla="*/ 5223626 w 6884912"/>
              <a:gd name="connsiteY79" fmla="*/ 177356 h 1161397"/>
              <a:gd name="connsiteX80" fmla="*/ 5375773 w 6884912"/>
              <a:gd name="connsiteY80" fmla="*/ 199913 h 1161397"/>
              <a:gd name="connsiteX81" fmla="*/ 5467502 w 6884912"/>
              <a:gd name="connsiteY81" fmla="*/ 250963 h 1161397"/>
              <a:gd name="connsiteX82" fmla="*/ 5592395 w 6884912"/>
              <a:gd name="connsiteY82" fmla="*/ 265434 h 1161397"/>
              <a:gd name="connsiteX83" fmla="*/ 5613532 w 6884912"/>
              <a:gd name="connsiteY83" fmla="*/ 273379 h 1161397"/>
              <a:gd name="connsiteX84" fmla="*/ 5642173 w 6884912"/>
              <a:gd name="connsiteY84" fmla="*/ 266904 h 1161397"/>
              <a:gd name="connsiteX85" fmla="*/ 5756910 w 6884912"/>
              <a:gd name="connsiteY85" fmla="*/ 239211 h 1161397"/>
              <a:gd name="connsiteX86" fmla="*/ 5846667 w 6884912"/>
              <a:gd name="connsiteY86" fmla="*/ 201786 h 1161397"/>
              <a:gd name="connsiteX87" fmla="*/ 5960732 w 6884912"/>
              <a:gd name="connsiteY87" fmla="*/ 220708 h 1161397"/>
              <a:gd name="connsiteX88" fmla="*/ 6029542 w 6884912"/>
              <a:gd name="connsiteY88" fmla="*/ 210339 h 1161397"/>
              <a:gd name="connsiteX89" fmla="*/ 6141123 w 6884912"/>
              <a:gd name="connsiteY89" fmla="*/ 159923 h 1161397"/>
              <a:gd name="connsiteX90" fmla="*/ 6290640 w 6884912"/>
              <a:gd name="connsiteY90" fmla="*/ 167441 h 1161397"/>
              <a:gd name="connsiteX91" fmla="*/ 6322806 w 6884912"/>
              <a:gd name="connsiteY91" fmla="*/ 213293 h 1161397"/>
              <a:gd name="connsiteX92" fmla="*/ 6380420 w 6884912"/>
              <a:gd name="connsiteY92" fmla="*/ 173195 h 1161397"/>
              <a:gd name="connsiteX93" fmla="*/ 6507891 w 6884912"/>
              <a:gd name="connsiteY93" fmla="*/ 118474 h 1161397"/>
              <a:gd name="connsiteX94" fmla="*/ 6571807 w 6884912"/>
              <a:gd name="connsiteY94" fmla="*/ 98636 h 1161397"/>
              <a:gd name="connsiteX95" fmla="*/ 6671880 w 6884912"/>
              <a:gd name="connsiteY95" fmla="*/ 82931 h 1161397"/>
              <a:gd name="connsiteX96" fmla="*/ 6702266 w 6884912"/>
              <a:gd name="connsiteY96" fmla="*/ 75470 h 1161397"/>
              <a:gd name="connsiteX97" fmla="*/ 6845802 w 6884912"/>
              <a:gd name="connsiteY97" fmla="*/ 24496 h 1161397"/>
              <a:gd name="connsiteX98" fmla="*/ 6884912 w 6884912"/>
              <a:gd name="connsiteY98" fmla="*/ 0 h 1161397"/>
              <a:gd name="connsiteX0" fmla="*/ 6884912 w 6884912"/>
              <a:gd name="connsiteY0" fmla="*/ 0 h 1161397"/>
              <a:gd name="connsiteX1" fmla="*/ 6884912 w 6884912"/>
              <a:gd name="connsiteY1" fmla="*/ 1161397 h 1161397"/>
              <a:gd name="connsiteX2" fmla="*/ 0 w 6884912"/>
              <a:gd name="connsiteY2" fmla="*/ 1161397 h 1161397"/>
              <a:gd name="connsiteX3" fmla="*/ 27135 w 6884912"/>
              <a:gd name="connsiteY3" fmla="*/ 1147460 h 1161397"/>
              <a:gd name="connsiteX4" fmla="*/ 115388 w 6884912"/>
              <a:gd name="connsiteY4" fmla="*/ 1111320 h 1161397"/>
              <a:gd name="connsiteX5" fmla="*/ 213420 w 6884912"/>
              <a:gd name="connsiteY5" fmla="*/ 1056868 h 1161397"/>
              <a:gd name="connsiteX6" fmla="*/ 454970 w 6884912"/>
              <a:gd name="connsiteY6" fmla="*/ 1023343 h 1161397"/>
              <a:gd name="connsiteX7" fmla="*/ 548162 w 6884912"/>
              <a:gd name="connsiteY7" fmla="*/ 984908 h 1161397"/>
              <a:gd name="connsiteX8" fmla="*/ 651408 w 6884912"/>
              <a:gd name="connsiteY8" fmla="*/ 984938 h 1161397"/>
              <a:gd name="connsiteX9" fmla="*/ 723108 w 6884912"/>
              <a:gd name="connsiteY9" fmla="*/ 941904 h 1161397"/>
              <a:gd name="connsiteX10" fmla="*/ 797699 w 6884912"/>
              <a:gd name="connsiteY10" fmla="*/ 931362 h 1161397"/>
              <a:gd name="connsiteX11" fmla="*/ 843359 w 6884912"/>
              <a:gd name="connsiteY11" fmla="*/ 910894 h 1161397"/>
              <a:gd name="connsiteX12" fmla="*/ 965215 w 6884912"/>
              <a:gd name="connsiteY12" fmla="*/ 846701 h 1161397"/>
              <a:gd name="connsiteX13" fmla="*/ 1085080 w 6884912"/>
              <a:gd name="connsiteY13" fmla="*/ 776086 h 1161397"/>
              <a:gd name="connsiteX14" fmla="*/ 1137166 w 6884912"/>
              <a:gd name="connsiteY14" fmla="*/ 744338 h 1161397"/>
              <a:gd name="connsiteX15" fmla="*/ 1207847 w 6884912"/>
              <a:gd name="connsiteY15" fmla="*/ 689087 h 1161397"/>
              <a:gd name="connsiteX16" fmla="*/ 1242716 w 6884912"/>
              <a:gd name="connsiteY16" fmla="*/ 698052 h 1161397"/>
              <a:gd name="connsiteX17" fmla="*/ 1299977 w 6884912"/>
              <a:gd name="connsiteY17" fmla="*/ 639196 h 1161397"/>
              <a:gd name="connsiteX18" fmla="*/ 1326190 w 6884912"/>
              <a:gd name="connsiteY18" fmla="*/ 625955 h 1161397"/>
              <a:gd name="connsiteX19" fmla="*/ 1339600 w 6884912"/>
              <a:gd name="connsiteY19" fmla="*/ 616295 h 1161397"/>
              <a:gd name="connsiteX20" fmla="*/ 1340054 w 6884912"/>
              <a:gd name="connsiteY20" fmla="*/ 614022 h 1161397"/>
              <a:gd name="connsiteX21" fmla="*/ 1391606 w 6884912"/>
              <a:gd name="connsiteY21" fmla="*/ 615229 h 1161397"/>
              <a:gd name="connsiteX22" fmla="*/ 1397565 w 6884912"/>
              <a:gd name="connsiteY22" fmla="*/ 611490 h 1161397"/>
              <a:gd name="connsiteX23" fmla="*/ 1432302 w 6884912"/>
              <a:gd name="connsiteY23" fmla="*/ 617267 h 1161397"/>
              <a:gd name="connsiteX24" fmla="*/ 1449644 w 6884912"/>
              <a:gd name="connsiteY24" fmla="*/ 617591 h 1161397"/>
              <a:gd name="connsiteX25" fmla="*/ 1455793 w 6884912"/>
              <a:gd name="connsiteY25" fmla="*/ 623174 h 1161397"/>
              <a:gd name="connsiteX26" fmla="*/ 1480758 w 6884912"/>
              <a:gd name="connsiteY26" fmla="*/ 620863 h 1161397"/>
              <a:gd name="connsiteX27" fmla="*/ 1483154 w 6884912"/>
              <a:gd name="connsiteY27" fmla="*/ 618527 h 1161397"/>
              <a:gd name="connsiteX28" fmla="*/ 1505495 w 6884912"/>
              <a:gd name="connsiteY28" fmla="*/ 624325 h 1161397"/>
              <a:gd name="connsiteX29" fmla="*/ 1526340 w 6884912"/>
              <a:gd name="connsiteY29" fmla="*/ 638496 h 1161397"/>
              <a:gd name="connsiteX30" fmla="*/ 1731986 w 6884912"/>
              <a:gd name="connsiteY30" fmla="*/ 589682 h 1161397"/>
              <a:gd name="connsiteX31" fmla="*/ 1927935 w 6884912"/>
              <a:gd name="connsiteY31" fmla="*/ 628540 h 1161397"/>
              <a:gd name="connsiteX32" fmla="*/ 2039075 w 6884912"/>
              <a:gd name="connsiteY32" fmla="*/ 599964 h 1161397"/>
              <a:gd name="connsiteX33" fmla="*/ 2066980 w 6884912"/>
              <a:gd name="connsiteY33" fmla="*/ 550413 h 1161397"/>
              <a:gd name="connsiteX34" fmla="*/ 2352236 w 6884912"/>
              <a:gd name="connsiteY34" fmla="*/ 519602 h 1161397"/>
              <a:gd name="connsiteX35" fmla="*/ 2420791 w 6884912"/>
              <a:gd name="connsiteY35" fmla="*/ 492826 h 1161397"/>
              <a:gd name="connsiteX36" fmla="*/ 2489932 w 6884912"/>
              <a:gd name="connsiteY36" fmla="*/ 507864 h 1161397"/>
              <a:gd name="connsiteX37" fmla="*/ 2512917 w 6884912"/>
              <a:gd name="connsiteY37" fmla="*/ 489127 h 1161397"/>
              <a:gd name="connsiteX38" fmla="*/ 2516783 w 6884912"/>
              <a:gd name="connsiteY38" fmla="*/ 485473 h 1161397"/>
              <a:gd name="connsiteX39" fmla="*/ 2534360 w 6884912"/>
              <a:gd name="connsiteY39" fmla="*/ 480064 h 1161397"/>
              <a:gd name="connsiteX40" fmla="*/ 2536691 w 6884912"/>
              <a:gd name="connsiteY40" fmla="*/ 467018 h 1161397"/>
              <a:gd name="connsiteX41" fmla="*/ 2561265 w 6884912"/>
              <a:gd name="connsiteY41" fmla="*/ 450623 h 1161397"/>
              <a:gd name="connsiteX42" fmla="*/ 2594349 w 6884912"/>
              <a:gd name="connsiteY42" fmla="*/ 443884 h 1161397"/>
              <a:gd name="connsiteX43" fmla="*/ 2754324 w 6884912"/>
              <a:gd name="connsiteY43" fmla="*/ 424766 h 1161397"/>
              <a:gd name="connsiteX44" fmla="*/ 2848470 w 6884912"/>
              <a:gd name="connsiteY44" fmla="*/ 405966 h 1161397"/>
              <a:gd name="connsiteX45" fmla="*/ 2881772 w 6884912"/>
              <a:gd name="connsiteY45" fmla="*/ 387260 h 1161397"/>
              <a:gd name="connsiteX46" fmla="*/ 2929932 w 6884912"/>
              <a:gd name="connsiteY46" fmla="*/ 368912 h 1161397"/>
              <a:gd name="connsiteX47" fmla="*/ 3013020 w 6884912"/>
              <a:gd name="connsiteY47" fmla="*/ 327578 h 1161397"/>
              <a:gd name="connsiteX48" fmla="*/ 3222191 w 6884912"/>
              <a:gd name="connsiteY48" fmla="*/ 307887 h 1161397"/>
              <a:gd name="connsiteX49" fmla="*/ 3227953 w 6884912"/>
              <a:gd name="connsiteY49" fmla="*/ 297650 h 1161397"/>
              <a:gd name="connsiteX50" fmla="*/ 3510042 w 6884912"/>
              <a:gd name="connsiteY50" fmla="*/ 311820 h 1161397"/>
              <a:gd name="connsiteX51" fmla="*/ 3626773 w 6884912"/>
              <a:gd name="connsiteY51" fmla="*/ 290452 h 1161397"/>
              <a:gd name="connsiteX52" fmla="*/ 3666217 w 6884912"/>
              <a:gd name="connsiteY52" fmla="*/ 273255 h 1161397"/>
              <a:gd name="connsiteX53" fmla="*/ 3732427 w 6884912"/>
              <a:gd name="connsiteY53" fmla="*/ 245039 h 1161397"/>
              <a:gd name="connsiteX54" fmla="*/ 3777022 w 6884912"/>
              <a:gd name="connsiteY54" fmla="*/ 200276 h 1161397"/>
              <a:gd name="connsiteX55" fmla="*/ 3791246 w 6884912"/>
              <a:gd name="connsiteY55" fmla="*/ 189996 h 1161397"/>
              <a:gd name="connsiteX56" fmla="*/ 3819864 w 6884912"/>
              <a:gd name="connsiteY56" fmla="*/ 194605 h 1161397"/>
              <a:gd name="connsiteX57" fmla="*/ 3830398 w 6884912"/>
              <a:gd name="connsiteY57" fmla="*/ 188383 h 1161397"/>
              <a:gd name="connsiteX58" fmla="*/ 3834360 w 6884912"/>
              <a:gd name="connsiteY58" fmla="*/ 188992 h 1161397"/>
              <a:gd name="connsiteX59" fmla="*/ 3843715 w 6884912"/>
              <a:gd name="connsiteY59" fmla="*/ 188752 h 1161397"/>
              <a:gd name="connsiteX60" fmla="*/ 3842609 w 6884912"/>
              <a:gd name="connsiteY60" fmla="*/ 197386 h 1161397"/>
              <a:gd name="connsiteX61" fmla="*/ 3853961 w 6884912"/>
              <a:gd name="connsiteY61" fmla="*/ 213380 h 1161397"/>
              <a:gd name="connsiteX62" fmla="*/ 3907640 w 6884912"/>
              <a:gd name="connsiteY62" fmla="*/ 207568 h 1161397"/>
              <a:gd name="connsiteX63" fmla="*/ 3910449 w 6884912"/>
              <a:gd name="connsiteY63" fmla="*/ 197808 h 1161397"/>
              <a:gd name="connsiteX64" fmla="*/ 3917197 w 6884912"/>
              <a:gd name="connsiteY64" fmla="*/ 196121 h 1161397"/>
              <a:gd name="connsiteX65" fmla="*/ 3922400 w 6884912"/>
              <a:gd name="connsiteY65" fmla="*/ 205056 h 1161397"/>
              <a:gd name="connsiteX66" fmla="*/ 4013061 w 6884912"/>
              <a:gd name="connsiteY66" fmla="*/ 224874 h 1161397"/>
              <a:gd name="connsiteX67" fmla="*/ 4220717 w 6884912"/>
              <a:gd name="connsiteY67" fmla="*/ 192946 h 1161397"/>
              <a:gd name="connsiteX68" fmla="*/ 4228802 w 6884912"/>
              <a:gd name="connsiteY68" fmla="*/ 201468 h 1161397"/>
              <a:gd name="connsiteX69" fmla="*/ 4289361 w 6884912"/>
              <a:gd name="connsiteY69" fmla="*/ 196642 h 1161397"/>
              <a:gd name="connsiteX70" fmla="*/ 4498913 w 6884912"/>
              <a:gd name="connsiteY70" fmla="*/ 118915 h 1161397"/>
              <a:gd name="connsiteX71" fmla="*/ 4617330 w 6884912"/>
              <a:gd name="connsiteY71" fmla="*/ 111163 h 1161397"/>
              <a:gd name="connsiteX72" fmla="*/ 4659778 w 6884912"/>
              <a:gd name="connsiteY72" fmla="*/ 118219 h 1161397"/>
              <a:gd name="connsiteX73" fmla="*/ 4730870 w 6884912"/>
              <a:gd name="connsiteY73" fmla="*/ 129432 h 1161397"/>
              <a:gd name="connsiteX74" fmla="*/ 4844073 w 6884912"/>
              <a:gd name="connsiteY74" fmla="*/ 161768 h 1161397"/>
              <a:gd name="connsiteX75" fmla="*/ 4856454 w 6884912"/>
              <a:gd name="connsiteY75" fmla="*/ 130488 h 1161397"/>
              <a:gd name="connsiteX76" fmla="*/ 4920038 w 6884912"/>
              <a:gd name="connsiteY76" fmla="*/ 140418 h 1161397"/>
              <a:gd name="connsiteX77" fmla="*/ 5016639 w 6884912"/>
              <a:gd name="connsiteY77" fmla="*/ 158905 h 1161397"/>
              <a:gd name="connsiteX78" fmla="*/ 5072009 w 6884912"/>
              <a:gd name="connsiteY78" fmla="*/ 161502 h 1161397"/>
              <a:gd name="connsiteX79" fmla="*/ 5223626 w 6884912"/>
              <a:gd name="connsiteY79" fmla="*/ 177356 h 1161397"/>
              <a:gd name="connsiteX80" fmla="*/ 5375773 w 6884912"/>
              <a:gd name="connsiteY80" fmla="*/ 199913 h 1161397"/>
              <a:gd name="connsiteX81" fmla="*/ 5467502 w 6884912"/>
              <a:gd name="connsiteY81" fmla="*/ 250963 h 1161397"/>
              <a:gd name="connsiteX82" fmla="*/ 5592395 w 6884912"/>
              <a:gd name="connsiteY82" fmla="*/ 265434 h 1161397"/>
              <a:gd name="connsiteX83" fmla="*/ 5613532 w 6884912"/>
              <a:gd name="connsiteY83" fmla="*/ 273379 h 1161397"/>
              <a:gd name="connsiteX84" fmla="*/ 5642173 w 6884912"/>
              <a:gd name="connsiteY84" fmla="*/ 266904 h 1161397"/>
              <a:gd name="connsiteX85" fmla="*/ 5756910 w 6884912"/>
              <a:gd name="connsiteY85" fmla="*/ 239211 h 1161397"/>
              <a:gd name="connsiteX86" fmla="*/ 5846667 w 6884912"/>
              <a:gd name="connsiteY86" fmla="*/ 201786 h 1161397"/>
              <a:gd name="connsiteX87" fmla="*/ 5960732 w 6884912"/>
              <a:gd name="connsiteY87" fmla="*/ 220708 h 1161397"/>
              <a:gd name="connsiteX88" fmla="*/ 6029542 w 6884912"/>
              <a:gd name="connsiteY88" fmla="*/ 210339 h 1161397"/>
              <a:gd name="connsiteX89" fmla="*/ 6141123 w 6884912"/>
              <a:gd name="connsiteY89" fmla="*/ 159923 h 1161397"/>
              <a:gd name="connsiteX90" fmla="*/ 6290640 w 6884912"/>
              <a:gd name="connsiteY90" fmla="*/ 167441 h 1161397"/>
              <a:gd name="connsiteX91" fmla="*/ 6322806 w 6884912"/>
              <a:gd name="connsiteY91" fmla="*/ 213293 h 1161397"/>
              <a:gd name="connsiteX92" fmla="*/ 6380420 w 6884912"/>
              <a:gd name="connsiteY92" fmla="*/ 173195 h 1161397"/>
              <a:gd name="connsiteX93" fmla="*/ 6507891 w 6884912"/>
              <a:gd name="connsiteY93" fmla="*/ 118474 h 1161397"/>
              <a:gd name="connsiteX94" fmla="*/ 6571807 w 6884912"/>
              <a:gd name="connsiteY94" fmla="*/ 98636 h 1161397"/>
              <a:gd name="connsiteX95" fmla="*/ 6671880 w 6884912"/>
              <a:gd name="connsiteY95" fmla="*/ 82931 h 1161397"/>
              <a:gd name="connsiteX96" fmla="*/ 6702266 w 6884912"/>
              <a:gd name="connsiteY96" fmla="*/ 75470 h 1161397"/>
              <a:gd name="connsiteX97" fmla="*/ 6845802 w 6884912"/>
              <a:gd name="connsiteY97" fmla="*/ 24496 h 1161397"/>
              <a:gd name="connsiteX98" fmla="*/ 6884912 w 6884912"/>
              <a:gd name="connsiteY98" fmla="*/ 0 h 1161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6884912" h="1161397">
                <a:moveTo>
                  <a:pt x="6884912" y="0"/>
                </a:moveTo>
                <a:lnTo>
                  <a:pt x="6884912" y="1161397"/>
                </a:lnTo>
                <a:lnTo>
                  <a:pt x="0" y="1161397"/>
                </a:lnTo>
                <a:lnTo>
                  <a:pt x="27135" y="1147460"/>
                </a:lnTo>
                <a:cubicBezTo>
                  <a:pt x="57431" y="1167048"/>
                  <a:pt x="61886" y="1088181"/>
                  <a:pt x="115388" y="1111320"/>
                </a:cubicBezTo>
                <a:cubicBezTo>
                  <a:pt x="146435" y="1096221"/>
                  <a:pt x="156823" y="1079485"/>
                  <a:pt x="213420" y="1056868"/>
                </a:cubicBezTo>
                <a:cubicBezTo>
                  <a:pt x="288217" y="1040787"/>
                  <a:pt x="383333" y="1044881"/>
                  <a:pt x="454970" y="1023343"/>
                </a:cubicBezTo>
                <a:cubicBezTo>
                  <a:pt x="440966" y="999969"/>
                  <a:pt x="571419" y="1006841"/>
                  <a:pt x="548162" y="984908"/>
                </a:cubicBezTo>
                <a:cubicBezTo>
                  <a:pt x="561321" y="956563"/>
                  <a:pt x="637415" y="1010272"/>
                  <a:pt x="651408" y="984938"/>
                </a:cubicBezTo>
                <a:cubicBezTo>
                  <a:pt x="671652" y="980952"/>
                  <a:pt x="698726" y="950833"/>
                  <a:pt x="723108" y="941904"/>
                </a:cubicBezTo>
                <a:cubicBezTo>
                  <a:pt x="760262" y="946949"/>
                  <a:pt x="757827" y="957145"/>
                  <a:pt x="797699" y="931362"/>
                </a:cubicBezTo>
                <a:cubicBezTo>
                  <a:pt x="821097" y="940623"/>
                  <a:pt x="833565" y="929189"/>
                  <a:pt x="843359" y="910894"/>
                </a:cubicBezTo>
                <a:cubicBezTo>
                  <a:pt x="887668" y="902160"/>
                  <a:pt x="919738" y="869376"/>
                  <a:pt x="965215" y="846701"/>
                </a:cubicBezTo>
                <a:cubicBezTo>
                  <a:pt x="1023081" y="848019"/>
                  <a:pt x="1036422" y="800154"/>
                  <a:pt x="1085080" y="776086"/>
                </a:cubicBezTo>
                <a:cubicBezTo>
                  <a:pt x="1140763" y="795544"/>
                  <a:pt x="1116251" y="768649"/>
                  <a:pt x="1137166" y="744338"/>
                </a:cubicBezTo>
                <a:lnTo>
                  <a:pt x="1207847" y="689087"/>
                </a:lnTo>
                <a:cubicBezTo>
                  <a:pt x="1226429" y="687736"/>
                  <a:pt x="1222409" y="707958"/>
                  <a:pt x="1242716" y="698052"/>
                </a:cubicBezTo>
                <a:cubicBezTo>
                  <a:pt x="1250387" y="668345"/>
                  <a:pt x="1318259" y="689091"/>
                  <a:pt x="1299977" y="639196"/>
                </a:cubicBezTo>
                <a:cubicBezTo>
                  <a:pt x="1323072" y="639367"/>
                  <a:pt x="1341279" y="658105"/>
                  <a:pt x="1326190" y="625955"/>
                </a:cubicBezTo>
                <a:cubicBezTo>
                  <a:pt x="1333572" y="625050"/>
                  <a:pt x="1337406" y="621362"/>
                  <a:pt x="1339600" y="616295"/>
                </a:cubicBezTo>
                <a:cubicBezTo>
                  <a:pt x="1339751" y="615537"/>
                  <a:pt x="1339903" y="614780"/>
                  <a:pt x="1340054" y="614022"/>
                </a:cubicBezTo>
                <a:lnTo>
                  <a:pt x="1391606" y="615229"/>
                </a:lnTo>
                <a:lnTo>
                  <a:pt x="1397565" y="611490"/>
                </a:lnTo>
                <a:lnTo>
                  <a:pt x="1432302" y="617267"/>
                </a:lnTo>
                <a:lnTo>
                  <a:pt x="1449644" y="617591"/>
                </a:lnTo>
                <a:lnTo>
                  <a:pt x="1455793" y="623174"/>
                </a:lnTo>
                <a:cubicBezTo>
                  <a:pt x="1461744" y="626151"/>
                  <a:pt x="1469373" y="626493"/>
                  <a:pt x="1480758" y="620863"/>
                </a:cubicBezTo>
                <a:lnTo>
                  <a:pt x="1483154" y="618527"/>
                </a:lnTo>
                <a:lnTo>
                  <a:pt x="1505495" y="624325"/>
                </a:lnTo>
                <a:cubicBezTo>
                  <a:pt x="1512992" y="627532"/>
                  <a:pt x="1520025" y="632078"/>
                  <a:pt x="1526340" y="638496"/>
                </a:cubicBezTo>
                <a:cubicBezTo>
                  <a:pt x="1586113" y="586768"/>
                  <a:pt x="1659006" y="610309"/>
                  <a:pt x="1731986" y="589682"/>
                </a:cubicBezTo>
                <a:cubicBezTo>
                  <a:pt x="1750397" y="523106"/>
                  <a:pt x="1896056" y="573257"/>
                  <a:pt x="1927935" y="628540"/>
                </a:cubicBezTo>
                <a:cubicBezTo>
                  <a:pt x="1912854" y="559823"/>
                  <a:pt x="2112261" y="676347"/>
                  <a:pt x="2039075" y="599964"/>
                </a:cubicBezTo>
                <a:cubicBezTo>
                  <a:pt x="2066036" y="601198"/>
                  <a:pt x="2086366" y="569532"/>
                  <a:pt x="2066980" y="550413"/>
                </a:cubicBezTo>
                <a:cubicBezTo>
                  <a:pt x="2155364" y="582582"/>
                  <a:pt x="2259548" y="514786"/>
                  <a:pt x="2352236" y="519602"/>
                </a:cubicBezTo>
                <a:cubicBezTo>
                  <a:pt x="2388450" y="459394"/>
                  <a:pt x="2373298" y="511682"/>
                  <a:pt x="2420791" y="492826"/>
                </a:cubicBezTo>
                <a:cubicBezTo>
                  <a:pt x="2417962" y="542563"/>
                  <a:pt x="2475071" y="455098"/>
                  <a:pt x="2489932" y="507864"/>
                </a:cubicBezTo>
                <a:cubicBezTo>
                  <a:pt x="2498105" y="502761"/>
                  <a:pt x="2505553" y="496153"/>
                  <a:pt x="2512917" y="489127"/>
                </a:cubicBezTo>
                <a:lnTo>
                  <a:pt x="2516783" y="485473"/>
                </a:lnTo>
                <a:lnTo>
                  <a:pt x="2534360" y="480064"/>
                </a:lnTo>
                <a:lnTo>
                  <a:pt x="2536691" y="467018"/>
                </a:lnTo>
                <a:lnTo>
                  <a:pt x="2561265" y="450623"/>
                </a:lnTo>
                <a:cubicBezTo>
                  <a:pt x="2570872" y="446262"/>
                  <a:pt x="2581686" y="443655"/>
                  <a:pt x="2594349" y="443884"/>
                </a:cubicBezTo>
                <a:cubicBezTo>
                  <a:pt x="2640435" y="464638"/>
                  <a:pt x="2696955" y="396361"/>
                  <a:pt x="2754324" y="424766"/>
                </a:cubicBezTo>
                <a:cubicBezTo>
                  <a:pt x="2775130" y="430896"/>
                  <a:pt x="2837731" y="423458"/>
                  <a:pt x="2848470" y="405966"/>
                </a:cubicBezTo>
                <a:cubicBezTo>
                  <a:pt x="2861295" y="401100"/>
                  <a:pt x="2876936" y="405309"/>
                  <a:pt x="2881772" y="387260"/>
                </a:cubicBezTo>
                <a:cubicBezTo>
                  <a:pt x="2890299" y="365261"/>
                  <a:pt x="2938134" y="392997"/>
                  <a:pt x="2929932" y="368912"/>
                </a:cubicBezTo>
                <a:cubicBezTo>
                  <a:pt x="2963844" y="387799"/>
                  <a:pt x="2986550" y="341223"/>
                  <a:pt x="3013020" y="327578"/>
                </a:cubicBezTo>
                <a:cubicBezTo>
                  <a:pt x="3061730" y="317407"/>
                  <a:pt x="3186369" y="312875"/>
                  <a:pt x="3222191" y="307887"/>
                </a:cubicBezTo>
                <a:cubicBezTo>
                  <a:pt x="3223593" y="304249"/>
                  <a:pt x="3179978" y="296995"/>
                  <a:pt x="3227953" y="297650"/>
                </a:cubicBezTo>
                <a:cubicBezTo>
                  <a:pt x="3275928" y="298306"/>
                  <a:pt x="3443572" y="313020"/>
                  <a:pt x="3510042" y="311820"/>
                </a:cubicBezTo>
                <a:cubicBezTo>
                  <a:pt x="3585274" y="306641"/>
                  <a:pt x="3525753" y="258887"/>
                  <a:pt x="3626773" y="290452"/>
                </a:cubicBezTo>
                <a:cubicBezTo>
                  <a:pt x="3633124" y="269835"/>
                  <a:pt x="3644693" y="267134"/>
                  <a:pt x="3666217" y="273255"/>
                </a:cubicBezTo>
                <a:cubicBezTo>
                  <a:pt x="3702502" y="269310"/>
                  <a:pt x="3690563" y="221720"/>
                  <a:pt x="3732427" y="245039"/>
                </a:cubicBezTo>
                <a:cubicBezTo>
                  <a:pt x="3720985" y="220241"/>
                  <a:pt x="3798776" y="224539"/>
                  <a:pt x="3777022" y="200276"/>
                </a:cubicBezTo>
                <a:cubicBezTo>
                  <a:pt x="3781759" y="193499"/>
                  <a:pt x="3786499" y="190723"/>
                  <a:pt x="3791246" y="189996"/>
                </a:cubicBezTo>
                <a:cubicBezTo>
                  <a:pt x="3800740" y="188542"/>
                  <a:pt x="3810265" y="195284"/>
                  <a:pt x="3819864" y="194605"/>
                </a:cubicBezTo>
                <a:lnTo>
                  <a:pt x="3830398" y="188383"/>
                </a:lnTo>
                <a:lnTo>
                  <a:pt x="3834360" y="188992"/>
                </a:lnTo>
                <a:lnTo>
                  <a:pt x="3843715" y="188752"/>
                </a:lnTo>
                <a:lnTo>
                  <a:pt x="3842609" y="197386"/>
                </a:lnTo>
                <a:cubicBezTo>
                  <a:pt x="3840673" y="205638"/>
                  <a:pt x="3839248" y="214671"/>
                  <a:pt x="3853961" y="213380"/>
                </a:cubicBezTo>
                <a:cubicBezTo>
                  <a:pt x="3884396" y="206569"/>
                  <a:pt x="3895082" y="241941"/>
                  <a:pt x="3907640" y="207568"/>
                </a:cubicBezTo>
                <a:lnTo>
                  <a:pt x="3910449" y="197808"/>
                </a:lnTo>
                <a:lnTo>
                  <a:pt x="3917197" y="196121"/>
                </a:lnTo>
                <a:cubicBezTo>
                  <a:pt x="3920833" y="196372"/>
                  <a:pt x="3922919" y="198717"/>
                  <a:pt x="3922400" y="205056"/>
                </a:cubicBezTo>
                <a:cubicBezTo>
                  <a:pt x="3950680" y="178467"/>
                  <a:pt x="3984062" y="218098"/>
                  <a:pt x="4013061" y="224874"/>
                </a:cubicBezTo>
                <a:cubicBezTo>
                  <a:pt x="4062781" y="222856"/>
                  <a:pt x="4184760" y="196847"/>
                  <a:pt x="4220717" y="192946"/>
                </a:cubicBezTo>
                <a:cubicBezTo>
                  <a:pt x="4222964" y="196132"/>
                  <a:pt x="4225687" y="199002"/>
                  <a:pt x="4228802" y="201468"/>
                </a:cubicBezTo>
                <a:cubicBezTo>
                  <a:pt x="4246898" y="215792"/>
                  <a:pt x="4274013" y="213632"/>
                  <a:pt x="4289361" y="196642"/>
                </a:cubicBezTo>
                <a:cubicBezTo>
                  <a:pt x="4363212" y="140627"/>
                  <a:pt x="4433598" y="135488"/>
                  <a:pt x="4498913" y="118915"/>
                </a:cubicBezTo>
                <a:cubicBezTo>
                  <a:pt x="4573135" y="105586"/>
                  <a:pt x="4527062" y="166416"/>
                  <a:pt x="4617330" y="111163"/>
                </a:cubicBezTo>
                <a:cubicBezTo>
                  <a:pt x="4628518" y="129608"/>
                  <a:pt x="4640397" y="129405"/>
                  <a:pt x="4659778" y="118219"/>
                </a:cubicBezTo>
                <a:cubicBezTo>
                  <a:pt x="4695929" y="113193"/>
                  <a:pt x="4695958" y="162259"/>
                  <a:pt x="4730870" y="129432"/>
                </a:cubicBezTo>
                <a:cubicBezTo>
                  <a:pt x="4761586" y="136690"/>
                  <a:pt x="4823142" y="161592"/>
                  <a:pt x="4844073" y="161768"/>
                </a:cubicBezTo>
                <a:cubicBezTo>
                  <a:pt x="4870797" y="164132"/>
                  <a:pt x="4827288" y="135164"/>
                  <a:pt x="4856454" y="130488"/>
                </a:cubicBezTo>
                <a:cubicBezTo>
                  <a:pt x="4892086" y="129553"/>
                  <a:pt x="4889263" y="81477"/>
                  <a:pt x="4920038" y="140418"/>
                </a:cubicBezTo>
                <a:cubicBezTo>
                  <a:pt x="4956358" y="122308"/>
                  <a:pt x="4965108" y="149263"/>
                  <a:pt x="5016639" y="158905"/>
                </a:cubicBezTo>
                <a:cubicBezTo>
                  <a:pt x="5037063" y="141828"/>
                  <a:pt x="5054534" y="147986"/>
                  <a:pt x="5072009" y="161502"/>
                </a:cubicBezTo>
                <a:cubicBezTo>
                  <a:pt x="5121260" y="153653"/>
                  <a:pt x="5167555" y="172635"/>
                  <a:pt x="5223626" y="177356"/>
                </a:cubicBezTo>
                <a:cubicBezTo>
                  <a:pt x="5282824" y="155243"/>
                  <a:pt x="5315859" y="195041"/>
                  <a:pt x="5375773" y="199913"/>
                </a:cubicBezTo>
                <a:cubicBezTo>
                  <a:pt x="5432511" y="156218"/>
                  <a:pt x="5417550" y="256036"/>
                  <a:pt x="5467502" y="250963"/>
                </a:cubicBezTo>
                <a:cubicBezTo>
                  <a:pt x="5547124" y="209975"/>
                  <a:pt x="5467171" y="283839"/>
                  <a:pt x="5592395" y="265434"/>
                </a:cubicBezTo>
                <a:cubicBezTo>
                  <a:pt x="5599201" y="258867"/>
                  <a:pt x="5614752" y="264706"/>
                  <a:pt x="5613532" y="273379"/>
                </a:cubicBezTo>
                <a:cubicBezTo>
                  <a:pt x="5621390" y="270408"/>
                  <a:pt x="5639720" y="253173"/>
                  <a:pt x="5642173" y="266904"/>
                </a:cubicBezTo>
                <a:cubicBezTo>
                  <a:pt x="5682296" y="267049"/>
                  <a:pt x="5721812" y="257513"/>
                  <a:pt x="5756910" y="239211"/>
                </a:cubicBezTo>
                <a:cubicBezTo>
                  <a:pt x="5834998" y="260050"/>
                  <a:pt x="5790596" y="197229"/>
                  <a:pt x="5846667" y="201786"/>
                </a:cubicBezTo>
                <a:cubicBezTo>
                  <a:pt x="5892444" y="227312"/>
                  <a:pt x="5908324" y="204527"/>
                  <a:pt x="5960732" y="220708"/>
                </a:cubicBezTo>
                <a:cubicBezTo>
                  <a:pt x="5977124" y="175349"/>
                  <a:pt x="6009640" y="223654"/>
                  <a:pt x="6029542" y="210339"/>
                </a:cubicBezTo>
                <a:cubicBezTo>
                  <a:pt x="6063108" y="261420"/>
                  <a:pt x="6107411" y="160034"/>
                  <a:pt x="6141123" y="159923"/>
                </a:cubicBezTo>
                <a:cubicBezTo>
                  <a:pt x="6198068" y="167749"/>
                  <a:pt x="6260628" y="219715"/>
                  <a:pt x="6290640" y="167441"/>
                </a:cubicBezTo>
                <a:cubicBezTo>
                  <a:pt x="6295193" y="188689"/>
                  <a:pt x="6290494" y="217816"/>
                  <a:pt x="6322806" y="213293"/>
                </a:cubicBezTo>
                <a:cubicBezTo>
                  <a:pt x="6337769" y="214252"/>
                  <a:pt x="6349573" y="188998"/>
                  <a:pt x="6380420" y="173195"/>
                </a:cubicBezTo>
                <a:cubicBezTo>
                  <a:pt x="6420580" y="151473"/>
                  <a:pt x="6513519" y="179296"/>
                  <a:pt x="6507891" y="118474"/>
                </a:cubicBezTo>
                <a:cubicBezTo>
                  <a:pt x="6519398" y="82452"/>
                  <a:pt x="6571830" y="137398"/>
                  <a:pt x="6571807" y="98636"/>
                </a:cubicBezTo>
                <a:cubicBezTo>
                  <a:pt x="6594702" y="123421"/>
                  <a:pt x="6634676" y="82071"/>
                  <a:pt x="6671880" y="82931"/>
                </a:cubicBezTo>
                <a:cubicBezTo>
                  <a:pt x="6678855" y="65407"/>
                  <a:pt x="6687415" y="66196"/>
                  <a:pt x="6702266" y="75470"/>
                </a:cubicBezTo>
                <a:cubicBezTo>
                  <a:pt x="6747004" y="78450"/>
                  <a:pt x="6798307" y="53072"/>
                  <a:pt x="6845802" y="24496"/>
                </a:cubicBezTo>
                <a:lnTo>
                  <a:pt x="6884912"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Content Placeholder 6">
            <a:extLst>
              <a:ext uri="{FF2B5EF4-FFF2-40B4-BE49-F238E27FC236}">
                <a16:creationId xmlns:a16="http://schemas.microsoft.com/office/drawing/2014/main" id="{EF34C47D-9CE9-3469-77B3-5BF5AA7042DC}"/>
              </a:ext>
            </a:extLst>
          </p:cNvPr>
          <p:cNvPicPr>
            <a:picLocks noGrp="1" noChangeAspect="1"/>
          </p:cNvPicPr>
          <p:nvPr>
            <p:ph sz="half" idx="1"/>
          </p:nvPr>
        </p:nvPicPr>
        <p:blipFill>
          <a:blip r:embed="rId2"/>
          <a:stretch>
            <a:fillRect/>
          </a:stretch>
        </p:blipFill>
        <p:spPr>
          <a:xfrm>
            <a:off x="723899" y="1833561"/>
            <a:ext cx="4029075" cy="3616094"/>
          </a:xfrm>
          <a:prstGeom prst="rect">
            <a:avLst/>
          </a:prstGeom>
        </p:spPr>
      </p:pic>
      <p:sp>
        <p:nvSpPr>
          <p:cNvPr id="5" name="Content Placeholder 4">
            <a:extLst>
              <a:ext uri="{FF2B5EF4-FFF2-40B4-BE49-F238E27FC236}">
                <a16:creationId xmlns:a16="http://schemas.microsoft.com/office/drawing/2014/main" id="{BA0B1F38-AEE6-DAEF-0918-8DEDD8570CF8}"/>
              </a:ext>
            </a:extLst>
          </p:cNvPr>
          <p:cNvSpPr>
            <a:spLocks noGrp="1"/>
          </p:cNvSpPr>
          <p:nvPr>
            <p:ph sz="half" idx="2"/>
          </p:nvPr>
        </p:nvSpPr>
        <p:spPr>
          <a:xfrm>
            <a:off x="5381625" y="2194101"/>
            <a:ext cx="5816362" cy="3908587"/>
          </a:xfrm>
        </p:spPr>
        <p:txBody>
          <a:bodyPr vert="horz" lIns="91440" tIns="45720" rIns="91440" bIns="45720" rtlCol="0">
            <a:normAutofit/>
          </a:bodyPr>
          <a:lstStyle/>
          <a:p>
            <a:r>
              <a:rPr lang="en-US" sz="2000"/>
              <a:t>This confusion matrix shows how well the Random Forest model classified three categories (0, 1, and 2). Most of the predictions are correct for class 0, with 151 contracts correctly identified, but there are some mistakes: 52 items that should be class 1 and 12 that should be class 2 were wrongly predicted as class 0. Very few items were predicted as class 1, and none were predicted as class 2. In simple terms, the model is very good at spotting class 0 but struggles to recognize classes 1 and 2, often misclassifying them as 0. This means the model is **imbalanced**, performing strongly for one class while weak for the others.</a:t>
            </a:r>
          </a:p>
        </p:txBody>
      </p:sp>
    </p:spTree>
    <p:extLst>
      <p:ext uri="{BB962C8B-B14F-4D97-AF65-F5344CB8AC3E}">
        <p14:creationId xmlns:p14="http://schemas.microsoft.com/office/powerpoint/2010/main" val="39454742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F821940F-7A1D-4ACC-85B4-A932898ABB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16674508-81D3-48CF-96BF-7FC60EAA57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741994" cy="6858000"/>
          </a:xfrm>
          <a:custGeom>
            <a:avLst/>
            <a:gdLst>
              <a:gd name="connsiteX0" fmla="*/ 0 w 6568309"/>
              <a:gd name="connsiteY0" fmla="*/ 0 h 6858000"/>
              <a:gd name="connsiteX1" fmla="*/ 362841 w 6568309"/>
              <a:gd name="connsiteY1" fmla="*/ 0 h 6858000"/>
              <a:gd name="connsiteX2" fmla="*/ 523269 w 6568309"/>
              <a:gd name="connsiteY2" fmla="*/ 0 h 6858000"/>
              <a:gd name="connsiteX3" fmla="*/ 1343025 w 6568309"/>
              <a:gd name="connsiteY3" fmla="*/ 0 h 6858000"/>
              <a:gd name="connsiteX4" fmla="*/ 1705866 w 6568309"/>
              <a:gd name="connsiteY4" fmla="*/ 0 h 6858000"/>
              <a:gd name="connsiteX5" fmla="*/ 1866294 w 6568309"/>
              <a:gd name="connsiteY5" fmla="*/ 0 h 6858000"/>
              <a:gd name="connsiteX6" fmla="*/ 5225154 w 6568309"/>
              <a:gd name="connsiteY6" fmla="*/ 0 h 6858000"/>
              <a:gd name="connsiteX7" fmla="*/ 6568179 w 6568309"/>
              <a:gd name="connsiteY7" fmla="*/ 0 h 6858000"/>
              <a:gd name="connsiteX8" fmla="*/ 6568309 w 6568309"/>
              <a:gd name="connsiteY8" fmla="*/ 1 h 6858000"/>
              <a:gd name="connsiteX9" fmla="*/ 6562951 w 6568309"/>
              <a:gd name="connsiteY9" fmla="*/ 30700 h 6858000"/>
              <a:gd name="connsiteX10" fmla="*/ 6547446 w 6568309"/>
              <a:gd name="connsiteY10" fmla="*/ 310025 h 6858000"/>
              <a:gd name="connsiteX11" fmla="*/ 6558316 w 6568309"/>
              <a:gd name="connsiteY11" fmla="*/ 443960 h 6858000"/>
              <a:gd name="connsiteX12" fmla="*/ 6528896 w 6568309"/>
              <a:gd name="connsiteY12" fmla="*/ 642659 h 6858000"/>
              <a:gd name="connsiteX13" fmla="*/ 6523095 w 6568309"/>
              <a:gd name="connsiteY13" fmla="*/ 673307 h 6858000"/>
              <a:gd name="connsiteX14" fmla="*/ 6496169 w 6568309"/>
              <a:gd name="connsiteY14" fmla="*/ 839641 h 6858000"/>
              <a:gd name="connsiteX15" fmla="*/ 6450789 w 6568309"/>
              <a:gd name="connsiteY15" fmla="*/ 958357 h 6858000"/>
              <a:gd name="connsiteX16" fmla="*/ 6453996 w 6568309"/>
              <a:gd name="connsiteY16" fmla="*/ 963398 h 6858000"/>
              <a:gd name="connsiteX17" fmla="*/ 6419467 w 6568309"/>
              <a:gd name="connsiteY17" fmla="*/ 1117169 h 6858000"/>
              <a:gd name="connsiteX18" fmla="*/ 6417348 w 6568309"/>
              <a:gd name="connsiteY18" fmla="*/ 1144352 h 6858000"/>
              <a:gd name="connsiteX19" fmla="*/ 6418473 w 6568309"/>
              <a:gd name="connsiteY19" fmla="*/ 1164484 h 6858000"/>
              <a:gd name="connsiteX20" fmla="*/ 6406979 w 6568309"/>
              <a:gd name="connsiteY20" fmla="*/ 1213829 h 6858000"/>
              <a:gd name="connsiteX21" fmla="*/ 6381928 w 6568309"/>
              <a:gd name="connsiteY21" fmla="*/ 1294823 h 6858000"/>
              <a:gd name="connsiteX22" fmla="*/ 6377948 w 6568309"/>
              <a:gd name="connsiteY22" fmla="*/ 1312193 h 6858000"/>
              <a:gd name="connsiteX23" fmla="*/ 6379894 w 6568309"/>
              <a:gd name="connsiteY23" fmla="*/ 1327626 h 6858000"/>
              <a:gd name="connsiteX24" fmla="*/ 6385024 w 6568309"/>
              <a:gd name="connsiteY24" fmla="*/ 1331644 h 6858000"/>
              <a:gd name="connsiteX25" fmla="*/ 6383696 w 6568309"/>
              <a:gd name="connsiteY25" fmla="*/ 1341276 h 6858000"/>
              <a:gd name="connsiteX26" fmla="*/ 6384464 w 6568309"/>
              <a:gd name="connsiteY26" fmla="*/ 1343945 h 6858000"/>
              <a:gd name="connsiteX27" fmla="*/ 6387748 w 6568309"/>
              <a:gd name="connsiteY27" fmla="*/ 1359134 h 6858000"/>
              <a:gd name="connsiteX28" fmla="*/ 6364157 w 6568309"/>
              <a:gd name="connsiteY28" fmla="*/ 1427803 h 6858000"/>
              <a:gd name="connsiteX29" fmla="*/ 6335874 w 6568309"/>
              <a:gd name="connsiteY29" fmla="*/ 1540278 h 6858000"/>
              <a:gd name="connsiteX30" fmla="*/ 6331892 w 6568309"/>
              <a:gd name="connsiteY30" fmla="*/ 1547262 h 6858000"/>
              <a:gd name="connsiteX31" fmla="*/ 6332744 w 6568309"/>
              <a:gd name="connsiteY31" fmla="*/ 1577056 h 6858000"/>
              <a:gd name="connsiteX32" fmla="*/ 6333604 w 6568309"/>
              <a:gd name="connsiteY32" fmla="*/ 1595898 h 6858000"/>
              <a:gd name="connsiteX33" fmla="*/ 6324749 w 6568309"/>
              <a:gd name="connsiteY33" fmla="*/ 1703726 h 6858000"/>
              <a:gd name="connsiteX34" fmla="*/ 6329594 w 6568309"/>
              <a:gd name="connsiteY34" fmla="*/ 1809535 h 6858000"/>
              <a:gd name="connsiteX35" fmla="*/ 6329062 w 6568309"/>
              <a:gd name="connsiteY35" fmla="*/ 2018310 h 6858000"/>
              <a:gd name="connsiteX36" fmla="*/ 6321735 w 6568309"/>
              <a:gd name="connsiteY36" fmla="*/ 2071355 h 6858000"/>
              <a:gd name="connsiteX37" fmla="*/ 6322678 w 6568309"/>
              <a:gd name="connsiteY37" fmla="*/ 2141166 h 6858000"/>
              <a:gd name="connsiteX38" fmla="*/ 6321340 w 6568309"/>
              <a:gd name="connsiteY38" fmla="*/ 2154548 h 6858000"/>
              <a:gd name="connsiteX39" fmla="*/ 6316582 w 6568309"/>
              <a:gd name="connsiteY39" fmla="*/ 2158153 h 6858000"/>
              <a:gd name="connsiteX40" fmla="*/ 6311428 w 6568309"/>
              <a:gd name="connsiteY40" fmla="*/ 2178174 h 6858000"/>
              <a:gd name="connsiteX41" fmla="*/ 6310192 w 6568309"/>
              <a:gd name="connsiteY41" fmla="*/ 2202858 h 6858000"/>
              <a:gd name="connsiteX42" fmla="*/ 6309211 w 6568309"/>
              <a:gd name="connsiteY42" fmla="*/ 2320214 h 6858000"/>
              <a:gd name="connsiteX43" fmla="*/ 6300151 w 6568309"/>
              <a:gd name="connsiteY43" fmla="*/ 2417011 h 6858000"/>
              <a:gd name="connsiteX44" fmla="*/ 6295176 w 6568309"/>
              <a:gd name="connsiteY44" fmla="*/ 2454207 h 6858000"/>
              <a:gd name="connsiteX45" fmla="*/ 6293727 w 6568309"/>
              <a:gd name="connsiteY45" fmla="*/ 2487203 h 6858000"/>
              <a:gd name="connsiteX46" fmla="*/ 6285477 w 6568309"/>
              <a:gd name="connsiteY46" fmla="*/ 2512282 h 6858000"/>
              <a:gd name="connsiteX47" fmla="*/ 6286205 w 6568309"/>
              <a:gd name="connsiteY47" fmla="*/ 2514318 h 6858000"/>
              <a:gd name="connsiteX48" fmla="*/ 6304629 w 6568309"/>
              <a:gd name="connsiteY48" fmla="*/ 2574334 h 6858000"/>
              <a:gd name="connsiteX49" fmla="*/ 6303842 w 6568309"/>
              <a:gd name="connsiteY49" fmla="*/ 2579877 h 6858000"/>
              <a:gd name="connsiteX50" fmla="*/ 6303953 w 6568309"/>
              <a:gd name="connsiteY50" fmla="*/ 2608928 h 6858000"/>
              <a:gd name="connsiteX51" fmla="*/ 6303530 w 6568309"/>
              <a:gd name="connsiteY51" fmla="*/ 2613111 h 6858000"/>
              <a:gd name="connsiteX52" fmla="*/ 6297474 w 6568309"/>
              <a:gd name="connsiteY52" fmla="*/ 2621996 h 6858000"/>
              <a:gd name="connsiteX53" fmla="*/ 6299263 w 6568309"/>
              <a:gd name="connsiteY53" fmla="*/ 2634265 h 6858000"/>
              <a:gd name="connsiteX54" fmla="*/ 6293065 w 6568309"/>
              <a:gd name="connsiteY54" fmla="*/ 2647237 h 6858000"/>
              <a:gd name="connsiteX55" fmla="*/ 6297496 w 6568309"/>
              <a:gd name="connsiteY55" fmla="*/ 2650786 h 6858000"/>
              <a:gd name="connsiteX56" fmla="*/ 6301708 w 6568309"/>
              <a:gd name="connsiteY56" fmla="*/ 2661993 h 6858000"/>
              <a:gd name="connsiteX57" fmla="*/ 6295884 w 6568309"/>
              <a:gd name="connsiteY57" fmla="*/ 2670949 h 6858000"/>
              <a:gd name="connsiteX58" fmla="*/ 6291714 w 6568309"/>
              <a:gd name="connsiteY58" fmla="*/ 2690255 h 6858000"/>
              <a:gd name="connsiteX59" fmla="*/ 6292327 w 6568309"/>
              <a:gd name="connsiteY59" fmla="*/ 2695683 h 6858000"/>
              <a:gd name="connsiteX60" fmla="*/ 6284410 w 6568309"/>
              <a:gd name="connsiteY60" fmla="*/ 2713964 h 6858000"/>
              <a:gd name="connsiteX61" fmla="*/ 6280410 w 6568309"/>
              <a:gd name="connsiteY61" fmla="*/ 2730175 h 6858000"/>
              <a:gd name="connsiteX62" fmla="*/ 6288082 w 6568309"/>
              <a:gd name="connsiteY62" fmla="*/ 2763497 h 6858000"/>
              <a:gd name="connsiteX63" fmla="*/ 6260924 w 6568309"/>
              <a:gd name="connsiteY63" fmla="*/ 3051539 h 6858000"/>
              <a:gd name="connsiteX64" fmla="*/ 6210151 w 6568309"/>
              <a:gd name="connsiteY64" fmla="*/ 3335396 h 6858000"/>
              <a:gd name="connsiteX65" fmla="*/ 6212034 w 6568309"/>
              <a:gd name="connsiteY65" fmla="*/ 3456509 h 6858000"/>
              <a:gd name="connsiteX66" fmla="*/ 6197490 w 6568309"/>
              <a:gd name="connsiteY66" fmla="*/ 3531827 h 6858000"/>
              <a:gd name="connsiteX67" fmla="*/ 6208018 w 6568309"/>
              <a:gd name="connsiteY67" fmla="*/ 3570877 h 6858000"/>
              <a:gd name="connsiteX68" fmla="*/ 6205920 w 6568309"/>
              <a:gd name="connsiteY68" fmla="*/ 3583849 h 6858000"/>
              <a:gd name="connsiteX69" fmla="*/ 6199616 w 6568309"/>
              <a:gd name="connsiteY69" fmla="*/ 3592763 h 6858000"/>
              <a:gd name="connsiteX70" fmla="*/ 6181288 w 6568309"/>
              <a:gd name="connsiteY70" fmla="*/ 3653485 h 6858000"/>
              <a:gd name="connsiteX71" fmla="*/ 6175963 w 6568309"/>
              <a:gd name="connsiteY71" fmla="*/ 3670528 h 6858000"/>
              <a:gd name="connsiteX72" fmla="*/ 6176722 w 6568309"/>
              <a:gd name="connsiteY72" fmla="*/ 3685990 h 6858000"/>
              <a:gd name="connsiteX73" fmla="*/ 6181549 w 6568309"/>
              <a:gd name="connsiteY73" fmla="*/ 3690283 h 6858000"/>
              <a:gd name="connsiteX74" fmla="*/ 6179476 w 6568309"/>
              <a:gd name="connsiteY74" fmla="*/ 3699787 h 6858000"/>
              <a:gd name="connsiteX75" fmla="*/ 6180040 w 6568309"/>
              <a:gd name="connsiteY75" fmla="*/ 3702486 h 6858000"/>
              <a:gd name="connsiteX76" fmla="*/ 6182155 w 6568309"/>
              <a:gd name="connsiteY76" fmla="*/ 3717784 h 6858000"/>
              <a:gd name="connsiteX77" fmla="*/ 6158980 w 6568309"/>
              <a:gd name="connsiteY77" fmla="*/ 3746229 h 6858000"/>
              <a:gd name="connsiteX78" fmla="*/ 6096049 w 6568309"/>
              <a:gd name="connsiteY78" fmla="*/ 3924910 h 6858000"/>
              <a:gd name="connsiteX79" fmla="*/ 6069712 w 6568309"/>
              <a:gd name="connsiteY79" fmla="*/ 3989353 h 6858000"/>
              <a:gd name="connsiteX80" fmla="*/ 6067330 w 6568309"/>
              <a:gd name="connsiteY80" fmla="*/ 4033899 h 6858000"/>
              <a:gd name="connsiteX81" fmla="*/ 6061081 w 6568309"/>
              <a:gd name="connsiteY81" fmla="*/ 4142250 h 6858000"/>
              <a:gd name="connsiteX82" fmla="*/ 6042858 w 6568309"/>
              <a:gd name="connsiteY82" fmla="*/ 4329442 h 6858000"/>
              <a:gd name="connsiteX83" fmla="*/ 6034182 w 6568309"/>
              <a:gd name="connsiteY83" fmla="*/ 4456184 h 6858000"/>
              <a:gd name="connsiteX84" fmla="*/ 6029178 w 6568309"/>
              <a:gd name="connsiteY84" fmla="*/ 4468478 h 6858000"/>
              <a:gd name="connsiteX85" fmla="*/ 6029974 w 6568309"/>
              <a:gd name="connsiteY85" fmla="*/ 4469862 h 6858000"/>
              <a:gd name="connsiteX86" fmla="*/ 6028340 w 6568309"/>
              <a:gd name="connsiteY86" fmla="*/ 4483797 h 6858000"/>
              <a:gd name="connsiteX87" fmla="*/ 6025168 w 6568309"/>
              <a:gd name="connsiteY87" fmla="*/ 4487091 h 6858000"/>
              <a:gd name="connsiteX88" fmla="*/ 6023164 w 6568309"/>
              <a:gd name="connsiteY88" fmla="*/ 4496728 h 6858000"/>
              <a:gd name="connsiteX89" fmla="*/ 6016839 w 6568309"/>
              <a:gd name="connsiteY89" fmla="*/ 4515918 h 6858000"/>
              <a:gd name="connsiteX90" fmla="*/ 6017886 w 6568309"/>
              <a:gd name="connsiteY90" fmla="*/ 4519316 h 6858000"/>
              <a:gd name="connsiteX91" fmla="*/ 6011819 w 6568309"/>
              <a:gd name="connsiteY91" fmla="*/ 4547957 h 6858000"/>
              <a:gd name="connsiteX92" fmla="*/ 6012791 w 6568309"/>
              <a:gd name="connsiteY92" fmla="*/ 4548262 h 6858000"/>
              <a:gd name="connsiteX93" fmla="*/ 6015703 w 6568309"/>
              <a:gd name="connsiteY93" fmla="*/ 4555939 h 6858000"/>
              <a:gd name="connsiteX94" fmla="*/ 6018854 w 6568309"/>
              <a:gd name="connsiteY94" fmla="*/ 4570815 h 6858000"/>
              <a:gd name="connsiteX95" fmla="*/ 6033000 w 6568309"/>
              <a:gd name="connsiteY95" fmla="*/ 4633846 h 6858000"/>
              <a:gd name="connsiteX96" fmla="*/ 6032325 w 6568309"/>
              <a:gd name="connsiteY96" fmla="*/ 4639816 h 6858000"/>
              <a:gd name="connsiteX97" fmla="*/ 6032549 w 6568309"/>
              <a:gd name="connsiteY97" fmla="*/ 4639923 h 6858000"/>
              <a:gd name="connsiteX98" fmla="*/ 6032309 w 6568309"/>
              <a:gd name="connsiteY98" fmla="*/ 4646192 h 6858000"/>
              <a:gd name="connsiteX99" fmla="*/ 6031095 w 6568309"/>
              <a:gd name="connsiteY99" fmla="*/ 4650706 h 6858000"/>
              <a:gd name="connsiteX100" fmla="*/ 6029786 w 6568309"/>
              <a:gd name="connsiteY100" fmla="*/ 4662290 h 6858000"/>
              <a:gd name="connsiteX101" fmla="*/ 6030911 w 6568309"/>
              <a:gd name="connsiteY101" fmla="*/ 4666180 h 6858000"/>
              <a:gd name="connsiteX102" fmla="*/ 6033630 w 6568309"/>
              <a:gd name="connsiteY102" fmla="*/ 4667585 h 6858000"/>
              <a:gd name="connsiteX103" fmla="*/ 6033189 w 6568309"/>
              <a:gd name="connsiteY103" fmla="*/ 4668660 h 6858000"/>
              <a:gd name="connsiteX104" fmla="*/ 6038764 w 6568309"/>
              <a:gd name="connsiteY104" fmla="*/ 4689807 h 6858000"/>
              <a:gd name="connsiteX105" fmla="*/ 6042217 w 6568309"/>
              <a:gd name="connsiteY105" fmla="*/ 4737890 h 6858000"/>
              <a:gd name="connsiteX106" fmla="*/ 6040543 w 6568309"/>
              <a:gd name="connsiteY106" fmla="*/ 4765657 h 6858000"/>
              <a:gd name="connsiteX107" fmla="*/ 6039956 w 6568309"/>
              <a:gd name="connsiteY107" fmla="*/ 4841463 h 6858000"/>
              <a:gd name="connsiteX108" fmla="*/ 6057123 w 6568309"/>
              <a:gd name="connsiteY108" fmla="*/ 4969863 h 6858000"/>
              <a:gd name="connsiteX109" fmla="*/ 6055039 w 6568309"/>
              <a:gd name="connsiteY109" fmla="*/ 4974028 h 6858000"/>
              <a:gd name="connsiteX110" fmla="*/ 6053462 w 6568309"/>
              <a:gd name="connsiteY110" fmla="*/ 4980318 h 6858000"/>
              <a:gd name="connsiteX111" fmla="*/ 6053643 w 6568309"/>
              <a:gd name="connsiteY111" fmla="*/ 4980501 h 6858000"/>
              <a:gd name="connsiteX112" fmla="*/ 6051733 w 6568309"/>
              <a:gd name="connsiteY112" fmla="*/ 4986338 h 6858000"/>
              <a:gd name="connsiteX113" fmla="*/ 6049602 w 6568309"/>
              <a:gd name="connsiteY113" fmla="*/ 4991296 h 6858000"/>
              <a:gd name="connsiteX114" fmla="*/ 6075165 w 6568309"/>
              <a:gd name="connsiteY114" fmla="*/ 5076895 h 6858000"/>
              <a:gd name="connsiteX115" fmla="*/ 6073751 w 6568309"/>
              <a:gd name="connsiteY115" fmla="*/ 5081568 h 6858000"/>
              <a:gd name="connsiteX116" fmla="*/ 6073150 w 6568309"/>
              <a:gd name="connsiteY116" fmla="*/ 5088173 h 6858000"/>
              <a:gd name="connsiteX117" fmla="*/ 6073355 w 6568309"/>
              <a:gd name="connsiteY117" fmla="*/ 5088300 h 6858000"/>
              <a:gd name="connsiteX118" fmla="*/ 6072362 w 6568309"/>
              <a:gd name="connsiteY118" fmla="*/ 5094558 h 6858000"/>
              <a:gd name="connsiteX119" fmla="*/ 6064726 w 6568309"/>
              <a:gd name="connsiteY119" fmla="*/ 5125620 h 6858000"/>
              <a:gd name="connsiteX120" fmla="*/ 6065415 w 6568309"/>
              <a:gd name="connsiteY120" fmla="*/ 5268004 h 6858000"/>
              <a:gd name="connsiteX121" fmla="*/ 6066081 w 6568309"/>
              <a:gd name="connsiteY121" fmla="*/ 5269530 h 6858000"/>
              <a:gd name="connsiteX122" fmla="*/ 6043407 w 6568309"/>
              <a:gd name="connsiteY122" fmla="*/ 5390941 h 6858000"/>
              <a:gd name="connsiteX123" fmla="*/ 6025377 w 6568309"/>
              <a:gd name="connsiteY123" fmla="*/ 5539927 h 6858000"/>
              <a:gd name="connsiteX124" fmla="*/ 6010052 w 6568309"/>
              <a:gd name="connsiteY124" fmla="*/ 5791594 h 6858000"/>
              <a:gd name="connsiteX125" fmla="*/ 5994220 w 6568309"/>
              <a:gd name="connsiteY125" fmla="*/ 5855206 h 6858000"/>
              <a:gd name="connsiteX126" fmla="*/ 5982580 w 6568309"/>
              <a:gd name="connsiteY126" fmla="*/ 5873582 h 6858000"/>
              <a:gd name="connsiteX127" fmla="*/ 5983608 w 6568309"/>
              <a:gd name="connsiteY127" fmla="*/ 5876037 h 6858000"/>
              <a:gd name="connsiteX128" fmla="*/ 5983535 w 6568309"/>
              <a:gd name="connsiteY128" fmla="*/ 5886534 h 6858000"/>
              <a:gd name="connsiteX129" fmla="*/ 5988737 w 6568309"/>
              <a:gd name="connsiteY129" fmla="*/ 5888644 h 6858000"/>
              <a:gd name="connsiteX130" fmla="*/ 5992371 w 6568309"/>
              <a:gd name="connsiteY130" fmla="*/ 5903832 h 6858000"/>
              <a:gd name="connsiteX131" fmla="*/ 5990780 w 6568309"/>
              <a:gd name="connsiteY131" fmla="*/ 5923391 h 6858000"/>
              <a:gd name="connsiteX132" fmla="*/ 5993870 w 6568309"/>
              <a:gd name="connsiteY132" fmla="*/ 6013205 h 6858000"/>
              <a:gd name="connsiteX133" fmla="*/ 5997673 w 6568309"/>
              <a:gd name="connsiteY133" fmla="*/ 6074018 h 6858000"/>
              <a:gd name="connsiteX134" fmla="*/ 6014840 w 6568309"/>
              <a:gd name="connsiteY134" fmla="*/ 6130837 h 6858000"/>
              <a:gd name="connsiteX135" fmla="*/ 6010704 w 6568309"/>
              <a:gd name="connsiteY135" fmla="*/ 6152982 h 6858000"/>
              <a:gd name="connsiteX136" fmla="*/ 6038294 w 6568309"/>
              <a:gd name="connsiteY136" fmla="*/ 6221100 h 6858000"/>
              <a:gd name="connsiteX137" fmla="*/ 6052331 w 6568309"/>
              <a:gd name="connsiteY137" fmla="*/ 6287550 h 6858000"/>
              <a:gd name="connsiteX138" fmla="*/ 6074143 w 6568309"/>
              <a:gd name="connsiteY138" fmla="*/ 6401595 h 6858000"/>
              <a:gd name="connsiteX139" fmla="*/ 6060199 w 6568309"/>
              <a:gd name="connsiteY139" fmla="*/ 6487110 h 6858000"/>
              <a:gd name="connsiteX140" fmla="*/ 6081156 w 6568309"/>
              <a:gd name="connsiteY140" fmla="*/ 6588589 h 6858000"/>
              <a:gd name="connsiteX141" fmla="*/ 6114944 w 6568309"/>
              <a:gd name="connsiteY141" fmla="*/ 6769963 h 6858000"/>
              <a:gd name="connsiteX142" fmla="*/ 6128950 w 6568309"/>
              <a:gd name="connsiteY142" fmla="*/ 6835814 h 6858000"/>
              <a:gd name="connsiteX143" fmla="*/ 6132536 w 6568309"/>
              <a:gd name="connsiteY143" fmla="*/ 6858000 h 6858000"/>
              <a:gd name="connsiteX144" fmla="*/ 4789511 w 6568309"/>
              <a:gd name="connsiteY144" fmla="*/ 6858000 h 6858000"/>
              <a:gd name="connsiteX145" fmla="*/ 1866294 w 6568309"/>
              <a:gd name="connsiteY145" fmla="*/ 6858000 h 6858000"/>
              <a:gd name="connsiteX146" fmla="*/ 1705866 w 6568309"/>
              <a:gd name="connsiteY146" fmla="*/ 6858000 h 6858000"/>
              <a:gd name="connsiteX147" fmla="*/ 1343025 w 6568309"/>
              <a:gd name="connsiteY147" fmla="*/ 6858000 h 6858000"/>
              <a:gd name="connsiteX148" fmla="*/ 523269 w 6568309"/>
              <a:gd name="connsiteY148" fmla="*/ 6858000 h 6858000"/>
              <a:gd name="connsiteX149" fmla="*/ 362841 w 6568309"/>
              <a:gd name="connsiteY149" fmla="*/ 6858000 h 6858000"/>
              <a:gd name="connsiteX150" fmla="*/ 0 w 6568309"/>
              <a:gd name="connsiteY15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Lst>
            <a:rect l="l" t="t" r="r" b="b"/>
            <a:pathLst>
              <a:path w="6568309" h="6858000">
                <a:moveTo>
                  <a:pt x="0" y="0"/>
                </a:moveTo>
                <a:lnTo>
                  <a:pt x="362841" y="0"/>
                </a:lnTo>
                <a:lnTo>
                  <a:pt x="523269" y="0"/>
                </a:lnTo>
                <a:lnTo>
                  <a:pt x="1343025" y="0"/>
                </a:lnTo>
                <a:lnTo>
                  <a:pt x="1705866" y="0"/>
                </a:lnTo>
                <a:lnTo>
                  <a:pt x="1866294" y="0"/>
                </a:lnTo>
                <a:lnTo>
                  <a:pt x="5225154" y="0"/>
                </a:lnTo>
                <a:lnTo>
                  <a:pt x="6568179" y="0"/>
                </a:lnTo>
                <a:lnTo>
                  <a:pt x="6568309" y="1"/>
                </a:lnTo>
                <a:lnTo>
                  <a:pt x="6562951" y="30700"/>
                </a:lnTo>
                <a:cubicBezTo>
                  <a:pt x="6559126" y="84364"/>
                  <a:pt x="6548218" y="241149"/>
                  <a:pt x="6547446" y="310025"/>
                </a:cubicBezTo>
                <a:cubicBezTo>
                  <a:pt x="6550151" y="367544"/>
                  <a:pt x="6557712" y="408251"/>
                  <a:pt x="6558316" y="443960"/>
                </a:cubicBezTo>
                <a:cubicBezTo>
                  <a:pt x="6555224" y="499397"/>
                  <a:pt x="6534767" y="604434"/>
                  <a:pt x="6528896" y="642659"/>
                </a:cubicBezTo>
                <a:cubicBezTo>
                  <a:pt x="6535204" y="657287"/>
                  <a:pt x="6515365" y="658191"/>
                  <a:pt x="6523095" y="673307"/>
                </a:cubicBezTo>
                <a:cubicBezTo>
                  <a:pt x="6523388" y="693769"/>
                  <a:pt x="6506868" y="797295"/>
                  <a:pt x="6496169" y="839641"/>
                </a:cubicBezTo>
                <a:cubicBezTo>
                  <a:pt x="6484119" y="887148"/>
                  <a:pt x="6457817" y="937731"/>
                  <a:pt x="6450789" y="958357"/>
                </a:cubicBezTo>
                <a:cubicBezTo>
                  <a:pt x="6443760" y="978983"/>
                  <a:pt x="6459217" y="936930"/>
                  <a:pt x="6453996" y="963398"/>
                </a:cubicBezTo>
                <a:cubicBezTo>
                  <a:pt x="6448777" y="989867"/>
                  <a:pt x="6425575" y="1087010"/>
                  <a:pt x="6419467" y="1117169"/>
                </a:cubicBezTo>
                <a:cubicBezTo>
                  <a:pt x="6431540" y="1118586"/>
                  <a:pt x="6409651" y="1135372"/>
                  <a:pt x="6417348" y="1144352"/>
                </a:cubicBezTo>
                <a:cubicBezTo>
                  <a:pt x="6424109" y="1150681"/>
                  <a:pt x="6419047" y="1157251"/>
                  <a:pt x="6418473" y="1164484"/>
                </a:cubicBezTo>
                <a:cubicBezTo>
                  <a:pt x="6423767" y="1173524"/>
                  <a:pt x="6413947" y="1205209"/>
                  <a:pt x="6406979" y="1213829"/>
                </a:cubicBezTo>
                <a:cubicBezTo>
                  <a:pt x="6382818" y="1235037"/>
                  <a:pt x="6400452" y="1277327"/>
                  <a:pt x="6381928" y="1294823"/>
                </a:cubicBezTo>
                <a:cubicBezTo>
                  <a:pt x="6379195" y="1300845"/>
                  <a:pt x="6378069" y="1306615"/>
                  <a:pt x="6377948" y="1312193"/>
                </a:cubicBezTo>
                <a:lnTo>
                  <a:pt x="6379894" y="1327626"/>
                </a:lnTo>
                <a:lnTo>
                  <a:pt x="6385024" y="1331644"/>
                </a:lnTo>
                <a:lnTo>
                  <a:pt x="6383696" y="1341276"/>
                </a:lnTo>
                <a:cubicBezTo>
                  <a:pt x="6383952" y="1342166"/>
                  <a:pt x="6384208" y="1343055"/>
                  <a:pt x="6384464" y="1343945"/>
                </a:cubicBezTo>
                <a:cubicBezTo>
                  <a:pt x="6385957" y="1349040"/>
                  <a:pt x="6387253" y="1354080"/>
                  <a:pt x="6387748" y="1359134"/>
                </a:cubicBezTo>
                <a:cubicBezTo>
                  <a:pt x="6384363" y="1373109"/>
                  <a:pt x="6372802" y="1397612"/>
                  <a:pt x="6364157" y="1427803"/>
                </a:cubicBezTo>
                <a:cubicBezTo>
                  <a:pt x="6348141" y="1460349"/>
                  <a:pt x="6348362" y="1505076"/>
                  <a:pt x="6335874" y="1540278"/>
                </a:cubicBezTo>
                <a:lnTo>
                  <a:pt x="6331892" y="1547262"/>
                </a:lnTo>
                <a:lnTo>
                  <a:pt x="6332744" y="1577056"/>
                </a:lnTo>
                <a:cubicBezTo>
                  <a:pt x="6335859" y="1582205"/>
                  <a:pt x="6336674" y="1589568"/>
                  <a:pt x="6333604" y="1595898"/>
                </a:cubicBezTo>
                <a:lnTo>
                  <a:pt x="6324749" y="1703726"/>
                </a:lnTo>
                <a:cubicBezTo>
                  <a:pt x="6324080" y="1739332"/>
                  <a:pt x="6318019" y="1754453"/>
                  <a:pt x="6329594" y="1809535"/>
                </a:cubicBezTo>
                <a:cubicBezTo>
                  <a:pt x="6344930" y="1868036"/>
                  <a:pt x="6323725" y="1952670"/>
                  <a:pt x="6329062" y="2018310"/>
                </a:cubicBezTo>
                <a:cubicBezTo>
                  <a:pt x="6308075" y="2053162"/>
                  <a:pt x="6326925" y="2034561"/>
                  <a:pt x="6321735" y="2071355"/>
                </a:cubicBezTo>
                <a:lnTo>
                  <a:pt x="6322678" y="2141166"/>
                </a:lnTo>
                <a:lnTo>
                  <a:pt x="6321340" y="2154548"/>
                </a:lnTo>
                <a:lnTo>
                  <a:pt x="6316582" y="2158153"/>
                </a:lnTo>
                <a:lnTo>
                  <a:pt x="6311428" y="2178174"/>
                </a:lnTo>
                <a:cubicBezTo>
                  <a:pt x="6310177" y="2185696"/>
                  <a:pt x="6309622" y="2193828"/>
                  <a:pt x="6310192" y="2202858"/>
                </a:cubicBezTo>
                <a:cubicBezTo>
                  <a:pt x="6319667" y="2232772"/>
                  <a:pt x="6296459" y="2283357"/>
                  <a:pt x="6309211" y="2320214"/>
                </a:cubicBezTo>
                <a:cubicBezTo>
                  <a:pt x="6307537" y="2355906"/>
                  <a:pt x="6302490" y="2394678"/>
                  <a:pt x="6300151" y="2417011"/>
                </a:cubicBezTo>
                <a:cubicBezTo>
                  <a:pt x="6292303" y="2426377"/>
                  <a:pt x="6304439" y="2456509"/>
                  <a:pt x="6295176" y="2454207"/>
                </a:cubicBezTo>
                <a:cubicBezTo>
                  <a:pt x="6299335" y="2464947"/>
                  <a:pt x="6297305" y="2476105"/>
                  <a:pt x="6293727" y="2487203"/>
                </a:cubicBezTo>
                <a:lnTo>
                  <a:pt x="6285477" y="2512282"/>
                </a:lnTo>
                <a:cubicBezTo>
                  <a:pt x="6285720" y="2512961"/>
                  <a:pt x="6285962" y="2513640"/>
                  <a:pt x="6286205" y="2514318"/>
                </a:cubicBezTo>
                <a:cubicBezTo>
                  <a:pt x="6292347" y="2534324"/>
                  <a:pt x="6298487" y="2554328"/>
                  <a:pt x="6304629" y="2574334"/>
                </a:cubicBezTo>
                <a:lnTo>
                  <a:pt x="6303842" y="2579877"/>
                </a:lnTo>
                <a:cubicBezTo>
                  <a:pt x="6303729" y="2585644"/>
                  <a:pt x="6304006" y="2603388"/>
                  <a:pt x="6303953" y="2608928"/>
                </a:cubicBezTo>
                <a:lnTo>
                  <a:pt x="6303530" y="2613111"/>
                </a:lnTo>
                <a:lnTo>
                  <a:pt x="6297474" y="2621996"/>
                </a:lnTo>
                <a:lnTo>
                  <a:pt x="6299263" y="2634265"/>
                </a:lnTo>
                <a:lnTo>
                  <a:pt x="6293065" y="2647237"/>
                </a:lnTo>
                <a:cubicBezTo>
                  <a:pt x="6294685" y="2648158"/>
                  <a:pt x="6296180" y="2649356"/>
                  <a:pt x="6297496" y="2650786"/>
                </a:cubicBezTo>
                <a:lnTo>
                  <a:pt x="6301708" y="2661993"/>
                </a:lnTo>
                <a:lnTo>
                  <a:pt x="6295884" y="2670949"/>
                </a:lnTo>
                <a:cubicBezTo>
                  <a:pt x="6304913" y="2672007"/>
                  <a:pt x="6294429" y="2681695"/>
                  <a:pt x="6291714" y="2690255"/>
                </a:cubicBezTo>
                <a:lnTo>
                  <a:pt x="6292327" y="2695683"/>
                </a:lnTo>
                <a:lnTo>
                  <a:pt x="6284410" y="2713964"/>
                </a:lnTo>
                <a:lnTo>
                  <a:pt x="6280410" y="2730175"/>
                </a:lnTo>
                <a:lnTo>
                  <a:pt x="6288082" y="2763497"/>
                </a:lnTo>
                <a:lnTo>
                  <a:pt x="6260924" y="3051539"/>
                </a:lnTo>
                <a:cubicBezTo>
                  <a:pt x="6251455" y="3165645"/>
                  <a:pt x="6222174" y="3216611"/>
                  <a:pt x="6210151" y="3335396"/>
                </a:cubicBezTo>
                <a:lnTo>
                  <a:pt x="6212034" y="3456509"/>
                </a:lnTo>
                <a:lnTo>
                  <a:pt x="6197490" y="3531827"/>
                </a:lnTo>
                <a:lnTo>
                  <a:pt x="6208018" y="3570877"/>
                </a:lnTo>
                <a:lnTo>
                  <a:pt x="6205920" y="3583849"/>
                </a:lnTo>
                <a:lnTo>
                  <a:pt x="6199616" y="3592763"/>
                </a:lnTo>
                <a:cubicBezTo>
                  <a:pt x="6191839" y="3613948"/>
                  <a:pt x="6196204" y="3641245"/>
                  <a:pt x="6181288" y="3653485"/>
                </a:cubicBezTo>
                <a:cubicBezTo>
                  <a:pt x="6178087" y="3659316"/>
                  <a:pt x="6176516" y="3664985"/>
                  <a:pt x="6175963" y="3670528"/>
                </a:cubicBezTo>
                <a:lnTo>
                  <a:pt x="6176722" y="3685990"/>
                </a:lnTo>
                <a:lnTo>
                  <a:pt x="6181549" y="3690283"/>
                </a:lnTo>
                <a:lnTo>
                  <a:pt x="6179476" y="3699787"/>
                </a:lnTo>
                <a:cubicBezTo>
                  <a:pt x="6179664" y="3700686"/>
                  <a:pt x="6179852" y="3701586"/>
                  <a:pt x="6180040" y="3702486"/>
                </a:cubicBezTo>
                <a:cubicBezTo>
                  <a:pt x="6181140" y="3707637"/>
                  <a:pt x="6182047" y="3712728"/>
                  <a:pt x="6182155" y="3717784"/>
                </a:cubicBezTo>
                <a:cubicBezTo>
                  <a:pt x="6156678" y="3711701"/>
                  <a:pt x="6178864" y="3759789"/>
                  <a:pt x="6158980" y="3746229"/>
                </a:cubicBezTo>
                <a:cubicBezTo>
                  <a:pt x="6144630" y="3780750"/>
                  <a:pt x="6117520" y="3867558"/>
                  <a:pt x="6096049" y="3924910"/>
                </a:cubicBezTo>
                <a:lnTo>
                  <a:pt x="6069712" y="3989353"/>
                </a:lnTo>
                <a:lnTo>
                  <a:pt x="6067330" y="4033899"/>
                </a:lnTo>
                <a:cubicBezTo>
                  <a:pt x="6065506" y="4070470"/>
                  <a:pt x="6063599" y="4110146"/>
                  <a:pt x="6061081" y="4142250"/>
                </a:cubicBezTo>
                <a:cubicBezTo>
                  <a:pt x="6055260" y="4200007"/>
                  <a:pt x="6045907" y="4278998"/>
                  <a:pt x="6042858" y="4329442"/>
                </a:cubicBezTo>
                <a:cubicBezTo>
                  <a:pt x="6038376" y="4381764"/>
                  <a:pt x="6036461" y="4433012"/>
                  <a:pt x="6034182" y="4456184"/>
                </a:cubicBezTo>
                <a:lnTo>
                  <a:pt x="6029178" y="4468478"/>
                </a:lnTo>
                <a:lnTo>
                  <a:pt x="6029974" y="4469862"/>
                </a:lnTo>
                <a:cubicBezTo>
                  <a:pt x="6031287" y="4476321"/>
                  <a:pt x="6030316" y="4480555"/>
                  <a:pt x="6028340" y="4483797"/>
                </a:cubicBezTo>
                <a:lnTo>
                  <a:pt x="6025168" y="4487091"/>
                </a:lnTo>
                <a:lnTo>
                  <a:pt x="6023164" y="4496728"/>
                </a:lnTo>
                <a:lnTo>
                  <a:pt x="6016839" y="4515918"/>
                </a:lnTo>
                <a:cubicBezTo>
                  <a:pt x="6017189" y="4517049"/>
                  <a:pt x="6017537" y="4518182"/>
                  <a:pt x="6017886" y="4519316"/>
                </a:cubicBezTo>
                <a:lnTo>
                  <a:pt x="6011819" y="4547957"/>
                </a:lnTo>
                <a:lnTo>
                  <a:pt x="6012791" y="4548262"/>
                </a:lnTo>
                <a:cubicBezTo>
                  <a:pt x="6014837" y="4549595"/>
                  <a:pt x="6016087" y="4551811"/>
                  <a:pt x="6015703" y="4555939"/>
                </a:cubicBezTo>
                <a:cubicBezTo>
                  <a:pt x="6031790" y="4548276"/>
                  <a:pt x="6021405" y="4557977"/>
                  <a:pt x="6018854" y="4570815"/>
                </a:cubicBezTo>
                <a:cubicBezTo>
                  <a:pt x="6021736" y="4583801"/>
                  <a:pt x="6030754" y="4622347"/>
                  <a:pt x="6033000" y="4633846"/>
                </a:cubicBezTo>
                <a:lnTo>
                  <a:pt x="6032325" y="4639816"/>
                </a:lnTo>
                <a:lnTo>
                  <a:pt x="6032549" y="4639923"/>
                </a:lnTo>
                <a:cubicBezTo>
                  <a:pt x="6032911" y="4641190"/>
                  <a:pt x="6032878" y="4643141"/>
                  <a:pt x="6032309" y="4646192"/>
                </a:cubicBezTo>
                <a:lnTo>
                  <a:pt x="6031095" y="4650706"/>
                </a:lnTo>
                <a:lnTo>
                  <a:pt x="6029786" y="4662290"/>
                </a:lnTo>
                <a:cubicBezTo>
                  <a:pt x="6030161" y="4663587"/>
                  <a:pt x="6030536" y="4664883"/>
                  <a:pt x="6030911" y="4666180"/>
                </a:cubicBezTo>
                <a:lnTo>
                  <a:pt x="6033630" y="4667585"/>
                </a:lnTo>
                <a:lnTo>
                  <a:pt x="6033189" y="4668660"/>
                </a:lnTo>
                <a:cubicBezTo>
                  <a:pt x="6027286" y="4676831"/>
                  <a:pt x="6019767" y="4679345"/>
                  <a:pt x="6038764" y="4689807"/>
                </a:cubicBezTo>
                <a:cubicBezTo>
                  <a:pt x="6028616" y="4708535"/>
                  <a:pt x="6040474" y="4712235"/>
                  <a:pt x="6042217" y="4737890"/>
                </a:cubicBezTo>
                <a:cubicBezTo>
                  <a:pt x="6033362" y="4748600"/>
                  <a:pt x="6035273" y="4757223"/>
                  <a:pt x="6040543" y="4765657"/>
                </a:cubicBezTo>
                <a:cubicBezTo>
                  <a:pt x="6034416" y="4790618"/>
                  <a:pt x="6040696" y="4813399"/>
                  <a:pt x="6039956" y="4841463"/>
                </a:cubicBezTo>
                <a:lnTo>
                  <a:pt x="6057123" y="4969863"/>
                </a:lnTo>
                <a:lnTo>
                  <a:pt x="6055039" y="4974028"/>
                </a:lnTo>
                <a:cubicBezTo>
                  <a:pt x="6053860" y="4976933"/>
                  <a:pt x="6053409" y="4978909"/>
                  <a:pt x="6053462" y="4980318"/>
                </a:cubicBezTo>
                <a:lnTo>
                  <a:pt x="6053643" y="4980501"/>
                </a:lnTo>
                <a:lnTo>
                  <a:pt x="6051733" y="4986338"/>
                </a:lnTo>
                <a:lnTo>
                  <a:pt x="6049602" y="4991296"/>
                </a:lnTo>
                <a:cubicBezTo>
                  <a:pt x="6058123" y="5019829"/>
                  <a:pt x="6066643" y="5048361"/>
                  <a:pt x="6075165" y="5076895"/>
                </a:cubicBezTo>
                <a:lnTo>
                  <a:pt x="6073751" y="5081568"/>
                </a:lnTo>
                <a:cubicBezTo>
                  <a:pt x="6073034" y="5084748"/>
                  <a:pt x="6072888" y="5086810"/>
                  <a:pt x="6073150" y="5088173"/>
                </a:cubicBezTo>
                <a:lnTo>
                  <a:pt x="6073355" y="5088300"/>
                </a:lnTo>
                <a:lnTo>
                  <a:pt x="6072362" y="5094558"/>
                </a:lnTo>
                <a:cubicBezTo>
                  <a:pt x="6070184" y="5105196"/>
                  <a:pt x="6067588" y="5115626"/>
                  <a:pt x="6064726" y="5125620"/>
                </a:cubicBezTo>
                <a:cubicBezTo>
                  <a:pt x="6063568" y="5154527"/>
                  <a:pt x="6065189" y="5244020"/>
                  <a:pt x="6065415" y="5268004"/>
                </a:cubicBezTo>
                <a:cubicBezTo>
                  <a:pt x="6065637" y="5268513"/>
                  <a:pt x="6065860" y="5269021"/>
                  <a:pt x="6066081" y="5269530"/>
                </a:cubicBezTo>
                <a:lnTo>
                  <a:pt x="6043407" y="5390941"/>
                </a:lnTo>
                <a:cubicBezTo>
                  <a:pt x="6032545" y="5438194"/>
                  <a:pt x="6020942" y="5465286"/>
                  <a:pt x="6025377" y="5539927"/>
                </a:cubicBezTo>
                <a:cubicBezTo>
                  <a:pt x="6019787" y="5610775"/>
                  <a:pt x="6013913" y="5740573"/>
                  <a:pt x="6010052" y="5791594"/>
                </a:cubicBezTo>
                <a:cubicBezTo>
                  <a:pt x="5989401" y="5787060"/>
                  <a:pt x="6018524" y="5849672"/>
                  <a:pt x="5994220" y="5855206"/>
                </a:cubicBezTo>
                <a:cubicBezTo>
                  <a:pt x="5995282" y="5860240"/>
                  <a:pt x="5980598" y="5868910"/>
                  <a:pt x="5982580" y="5873582"/>
                </a:cubicBezTo>
                <a:cubicBezTo>
                  <a:pt x="5982922" y="5874401"/>
                  <a:pt x="5983265" y="5875218"/>
                  <a:pt x="5983608" y="5876037"/>
                </a:cubicBezTo>
                <a:lnTo>
                  <a:pt x="5983535" y="5886534"/>
                </a:lnTo>
                <a:lnTo>
                  <a:pt x="5988737" y="5888644"/>
                </a:lnTo>
                <a:cubicBezTo>
                  <a:pt x="5989948" y="5893707"/>
                  <a:pt x="5991159" y="5898769"/>
                  <a:pt x="5992371" y="5903832"/>
                </a:cubicBezTo>
                <a:cubicBezTo>
                  <a:pt x="5992924" y="5909651"/>
                  <a:pt x="5992578" y="5916068"/>
                  <a:pt x="5990780" y="5923391"/>
                </a:cubicBezTo>
                <a:cubicBezTo>
                  <a:pt x="5975822" y="5948880"/>
                  <a:pt x="6013580" y="5981626"/>
                  <a:pt x="5993870" y="6013205"/>
                </a:cubicBezTo>
                <a:cubicBezTo>
                  <a:pt x="5988486" y="6024901"/>
                  <a:pt x="5991718" y="6066777"/>
                  <a:pt x="5997673" y="6074018"/>
                </a:cubicBezTo>
                <a:cubicBezTo>
                  <a:pt x="5998007" y="6081731"/>
                  <a:pt x="6007861" y="6126985"/>
                  <a:pt x="6014840" y="6130837"/>
                </a:cubicBezTo>
                <a:cubicBezTo>
                  <a:pt x="6022998" y="6137057"/>
                  <a:pt x="5999420" y="6156330"/>
                  <a:pt x="6010704" y="6152982"/>
                </a:cubicBezTo>
                <a:cubicBezTo>
                  <a:pt x="6008682" y="6186619"/>
                  <a:pt x="6039938" y="6191636"/>
                  <a:pt x="6038294" y="6221100"/>
                </a:cubicBezTo>
                <a:cubicBezTo>
                  <a:pt x="6039643" y="6222126"/>
                  <a:pt x="6046356" y="6257468"/>
                  <a:pt x="6052331" y="6287550"/>
                </a:cubicBezTo>
                <a:cubicBezTo>
                  <a:pt x="6058307" y="6317632"/>
                  <a:pt x="6082079" y="6391312"/>
                  <a:pt x="6074143" y="6401595"/>
                </a:cubicBezTo>
                <a:cubicBezTo>
                  <a:pt x="6074931" y="6423902"/>
                  <a:pt x="6059614" y="6432919"/>
                  <a:pt x="6060199" y="6487110"/>
                </a:cubicBezTo>
                <a:cubicBezTo>
                  <a:pt x="6075583" y="6574474"/>
                  <a:pt x="6076150" y="6553611"/>
                  <a:pt x="6081156" y="6588589"/>
                </a:cubicBezTo>
                <a:cubicBezTo>
                  <a:pt x="6102088" y="6637976"/>
                  <a:pt x="6067660" y="6687723"/>
                  <a:pt x="6114944" y="6769963"/>
                </a:cubicBezTo>
                <a:cubicBezTo>
                  <a:pt x="6130462" y="6819284"/>
                  <a:pt x="6119243" y="6817955"/>
                  <a:pt x="6128950" y="6835814"/>
                </a:cubicBezTo>
                <a:lnTo>
                  <a:pt x="6132536" y="6858000"/>
                </a:lnTo>
                <a:lnTo>
                  <a:pt x="4789511" y="6858000"/>
                </a:lnTo>
                <a:lnTo>
                  <a:pt x="1866294" y="6858000"/>
                </a:lnTo>
                <a:lnTo>
                  <a:pt x="1705866" y="6858000"/>
                </a:lnTo>
                <a:lnTo>
                  <a:pt x="1343025" y="6858000"/>
                </a:lnTo>
                <a:lnTo>
                  <a:pt x="523269" y="6858000"/>
                </a:lnTo>
                <a:lnTo>
                  <a:pt x="362841" y="6858000"/>
                </a:lnTo>
                <a:lnTo>
                  <a:pt x="0" y="6858000"/>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53E2EB62-F82E-4836-52CF-09597C427919}"/>
              </a:ext>
            </a:extLst>
          </p:cNvPr>
          <p:cNvSpPr>
            <a:spLocks noGrp="1"/>
          </p:cNvSpPr>
          <p:nvPr>
            <p:ph type="title"/>
          </p:nvPr>
        </p:nvSpPr>
        <p:spPr>
          <a:xfrm>
            <a:off x="1137034" y="609600"/>
            <a:ext cx="4784796" cy="1330840"/>
          </a:xfrm>
        </p:spPr>
        <p:txBody>
          <a:bodyPr vert="horz" lIns="91440" tIns="45720" rIns="91440" bIns="45720" rtlCol="0" anchor="ctr">
            <a:normAutofit/>
          </a:bodyPr>
          <a:lstStyle/>
          <a:p>
            <a:r>
              <a:rPr lang="en-US" kern="1200">
                <a:solidFill>
                  <a:schemeClr val="tx1"/>
                </a:solidFill>
                <a:latin typeface="+mj-lt"/>
                <a:ea typeface="+mj-ea"/>
                <a:cs typeface="+mj-cs"/>
              </a:rPr>
              <a:t>Interactive Demo (Implementation)</a:t>
            </a:r>
          </a:p>
        </p:txBody>
      </p:sp>
      <p:sp>
        <p:nvSpPr>
          <p:cNvPr id="7" name="Content Placeholder 6">
            <a:extLst>
              <a:ext uri="{FF2B5EF4-FFF2-40B4-BE49-F238E27FC236}">
                <a16:creationId xmlns:a16="http://schemas.microsoft.com/office/drawing/2014/main" id="{AFAB85DC-4DD5-B5F7-700A-343C2CEB2879}"/>
              </a:ext>
            </a:extLst>
          </p:cNvPr>
          <p:cNvSpPr>
            <a:spLocks noGrp="1"/>
          </p:cNvSpPr>
          <p:nvPr>
            <p:ph sz="half" idx="2"/>
          </p:nvPr>
        </p:nvSpPr>
        <p:spPr>
          <a:xfrm>
            <a:off x="1137034" y="2194102"/>
            <a:ext cx="4438036" cy="3908585"/>
          </a:xfrm>
        </p:spPr>
        <p:txBody>
          <a:bodyPr vert="horz" lIns="91440" tIns="45720" rIns="91440" bIns="45720" rtlCol="0">
            <a:normAutofit/>
          </a:bodyPr>
          <a:lstStyle/>
          <a:p>
            <a:r>
              <a:rPr lang="en-US" sz="2000" b="1"/>
              <a:t>The Interface:</a:t>
            </a:r>
            <a:r>
              <a:rPr lang="en-US" sz="2000"/>
              <a:t> Built using ipywidgets.</a:t>
            </a:r>
          </a:p>
          <a:p>
            <a:r>
              <a:rPr lang="en-US" sz="2000" b="1"/>
              <a:t>Functionality:</a:t>
            </a:r>
            <a:endParaRPr lang="en-US" sz="2000"/>
          </a:p>
          <a:p>
            <a:pPr marL="742950" lvl="1"/>
            <a:r>
              <a:rPr lang="en-US" sz="2000"/>
              <a:t>Users can select a Region, Category, and Method from dropdowns.</a:t>
            </a:r>
          </a:p>
          <a:p>
            <a:pPr marL="742950" lvl="1"/>
            <a:r>
              <a:rPr lang="en-US" sz="2000"/>
              <a:t>Users enter a Contract Value and Bid count.</a:t>
            </a:r>
          </a:p>
          <a:p>
            <a:pPr marL="742950" lvl="1"/>
            <a:r>
              <a:rPr lang="en-US" sz="2000" b="1"/>
              <a:t>Result:</a:t>
            </a:r>
            <a:r>
              <a:rPr lang="en-US" sz="2000"/>
              <a:t> The model provides a real-time prediction (e.g., "Awarded") with a confidence percentage.</a:t>
            </a:r>
          </a:p>
          <a:p>
            <a:endParaRPr lang="en-US" sz="2000"/>
          </a:p>
        </p:txBody>
      </p:sp>
      <p:pic>
        <p:nvPicPr>
          <p:cNvPr id="10" name="Content Placeholder 9">
            <a:extLst>
              <a:ext uri="{FF2B5EF4-FFF2-40B4-BE49-F238E27FC236}">
                <a16:creationId xmlns:a16="http://schemas.microsoft.com/office/drawing/2014/main" id="{31CFC981-B5CC-E60D-EA87-1CB83CD5DA41}"/>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6880610" y="1947748"/>
            <a:ext cx="4737650" cy="2984719"/>
          </a:xfrm>
          <a:prstGeom prst="rect">
            <a:avLst/>
          </a:prstGeom>
        </p:spPr>
      </p:pic>
    </p:spTree>
    <p:extLst>
      <p:ext uri="{BB962C8B-B14F-4D97-AF65-F5344CB8AC3E}">
        <p14:creationId xmlns:p14="http://schemas.microsoft.com/office/powerpoint/2010/main" val="28513675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18873D23-2DCF-4B31-A009-95721C06E8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13EF075-D4EF-4929-ADBC-91B27DA199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14" name="Group 13">
            <a:extLst>
              <a:ext uri="{FF2B5EF4-FFF2-40B4-BE49-F238E27FC236}">
                <a16:creationId xmlns:a16="http://schemas.microsoft.com/office/drawing/2014/main" id="{DAA26DFA-AAB2-4973-9C17-16D587C7B19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1863" y="508838"/>
            <a:ext cx="5217958" cy="6239661"/>
            <a:chOff x="-19221" y="251144"/>
            <a:chExt cx="5217958" cy="6239661"/>
          </a:xfrm>
        </p:grpSpPr>
        <p:sp>
          <p:nvSpPr>
            <p:cNvPr id="15" name="Freeform: Shape 14">
              <a:extLst>
                <a:ext uri="{FF2B5EF4-FFF2-40B4-BE49-F238E27FC236}">
                  <a16:creationId xmlns:a16="http://schemas.microsoft.com/office/drawing/2014/main" id="{3F407F11-7321-4BF6-8536-CCE8E34245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251144"/>
              <a:ext cx="5187198" cy="6239661"/>
            </a:xfrm>
            <a:custGeom>
              <a:avLst/>
              <a:gdLst>
                <a:gd name="connsiteX0" fmla="*/ 2011811 w 5187198"/>
                <a:gd name="connsiteY0" fmla="*/ 4 h 6239661"/>
                <a:gd name="connsiteX1" fmla="*/ 2617011 w 5187198"/>
                <a:gd name="connsiteY1" fmla="*/ 70590 h 6239661"/>
                <a:gd name="connsiteX2" fmla="*/ 2690321 w 5187198"/>
                <a:gd name="connsiteY2" fmla="*/ 88146 h 6239661"/>
                <a:gd name="connsiteX3" fmla="*/ 2726863 w 5187198"/>
                <a:gd name="connsiteY3" fmla="*/ 97127 h 6239661"/>
                <a:gd name="connsiteX4" fmla="*/ 2762951 w 5187198"/>
                <a:gd name="connsiteY4" fmla="*/ 107375 h 6239661"/>
                <a:gd name="connsiteX5" fmla="*/ 2834843 w 5187198"/>
                <a:gd name="connsiteY5" fmla="*/ 128493 h 6239661"/>
                <a:gd name="connsiteX6" fmla="*/ 2906574 w 5187198"/>
                <a:gd name="connsiteY6" fmla="*/ 151076 h 6239661"/>
                <a:gd name="connsiteX7" fmla="*/ 3049504 w 5187198"/>
                <a:gd name="connsiteY7" fmla="*/ 202124 h 6239661"/>
                <a:gd name="connsiteX8" fmla="*/ 3189518 w 5187198"/>
                <a:gd name="connsiteY8" fmla="*/ 260159 h 6239661"/>
                <a:gd name="connsiteX9" fmla="*/ 3326048 w 5187198"/>
                <a:gd name="connsiteY9" fmla="*/ 325143 h 6239661"/>
                <a:gd name="connsiteX10" fmla="*/ 3459166 w 5187198"/>
                <a:gd name="connsiteY10" fmla="*/ 395936 h 6239661"/>
                <a:gd name="connsiteX11" fmla="*/ 3588578 w 5187198"/>
                <a:gd name="connsiteY11" fmla="*/ 472343 h 6239661"/>
                <a:gd name="connsiteX12" fmla="*/ 3651864 w 5187198"/>
                <a:gd name="connsiteY12" fmla="*/ 512600 h 6239661"/>
                <a:gd name="connsiteX13" fmla="*/ 3714514 w 5187198"/>
                <a:gd name="connsiteY13" fmla="*/ 553499 h 6239661"/>
                <a:gd name="connsiteX14" fmla="*/ 4181221 w 5187198"/>
                <a:gd name="connsiteY14" fmla="*/ 922912 h 6239661"/>
                <a:gd name="connsiteX15" fmla="*/ 4582963 w 5187198"/>
                <a:gd name="connsiteY15" fmla="*/ 1358264 h 6239661"/>
                <a:gd name="connsiteX16" fmla="*/ 4670721 w 5187198"/>
                <a:gd name="connsiteY16" fmla="*/ 1477644 h 6239661"/>
                <a:gd name="connsiteX17" fmla="*/ 4752378 w 5187198"/>
                <a:gd name="connsiteY17" fmla="*/ 1601187 h 6239661"/>
                <a:gd name="connsiteX18" fmla="*/ 4772168 w 5187198"/>
                <a:gd name="connsiteY18" fmla="*/ 1632456 h 6239661"/>
                <a:gd name="connsiteX19" fmla="*/ 4782117 w 5187198"/>
                <a:gd name="connsiteY19" fmla="*/ 1648104 h 6239661"/>
                <a:gd name="connsiteX20" fmla="*/ 4791381 w 5187198"/>
                <a:gd name="connsiteY20" fmla="*/ 1664150 h 6239661"/>
                <a:gd name="connsiteX21" fmla="*/ 4828190 w 5187198"/>
                <a:gd name="connsiteY21" fmla="*/ 1728379 h 6239661"/>
                <a:gd name="connsiteX22" fmla="*/ 4864832 w 5187198"/>
                <a:gd name="connsiteY22" fmla="*/ 1792796 h 6239661"/>
                <a:gd name="connsiteX23" fmla="*/ 4899201 w 5187198"/>
                <a:gd name="connsiteY23" fmla="*/ 1858342 h 6239661"/>
                <a:gd name="connsiteX24" fmla="*/ 4933266 w 5187198"/>
                <a:gd name="connsiteY24" fmla="*/ 1924155 h 6239661"/>
                <a:gd name="connsiteX25" fmla="*/ 4964403 w 5187198"/>
                <a:gd name="connsiteY25" fmla="*/ 1991384 h 6239661"/>
                <a:gd name="connsiteX26" fmla="*/ 4995019 w 5187198"/>
                <a:gd name="connsiteY26" fmla="*/ 2058823 h 6239661"/>
                <a:gd name="connsiteX27" fmla="*/ 5021999 w 5187198"/>
                <a:gd name="connsiteY27" fmla="*/ 2127723 h 6239661"/>
                <a:gd name="connsiteX28" fmla="*/ 5048321 w 5187198"/>
                <a:gd name="connsiteY28" fmla="*/ 2196908 h 6239661"/>
                <a:gd name="connsiteX29" fmla="*/ 5070546 w 5187198"/>
                <a:gd name="connsiteY29" fmla="*/ 2267547 h 6239661"/>
                <a:gd name="connsiteX30" fmla="*/ 5092171 w 5187198"/>
                <a:gd name="connsiteY30" fmla="*/ 2338256 h 6239661"/>
                <a:gd name="connsiteX31" fmla="*/ 5110305 w 5187198"/>
                <a:gd name="connsiteY31" fmla="*/ 2409886 h 6239661"/>
                <a:gd name="connsiteX32" fmla="*/ 5186393 w 5187198"/>
                <a:gd name="connsiteY32" fmla="*/ 2992022 h 6239661"/>
                <a:gd name="connsiteX33" fmla="*/ 5149045 w 5187198"/>
                <a:gd name="connsiteY33" fmla="*/ 3571816 h 6239661"/>
                <a:gd name="connsiteX34" fmla="*/ 5126572 w 5187198"/>
                <a:gd name="connsiteY34" fmla="*/ 3714520 h 6239661"/>
                <a:gd name="connsiteX35" fmla="*/ 5099067 w 5187198"/>
                <a:gd name="connsiteY35" fmla="*/ 3856108 h 6239661"/>
                <a:gd name="connsiteX36" fmla="*/ 5095699 w 5187198"/>
                <a:gd name="connsiteY36" fmla="*/ 3873868 h 6239661"/>
                <a:gd name="connsiteX37" fmla="*/ 5091573 w 5187198"/>
                <a:gd name="connsiteY37" fmla="*/ 3891426 h 6239661"/>
                <a:gd name="connsiteX38" fmla="*/ 5083324 w 5187198"/>
                <a:gd name="connsiteY38" fmla="*/ 3926541 h 6239661"/>
                <a:gd name="connsiteX39" fmla="*/ 5067256 w 5187198"/>
                <a:gd name="connsiteY39" fmla="*/ 3996889 h 6239661"/>
                <a:gd name="connsiteX40" fmla="*/ 5059194 w 5187198"/>
                <a:gd name="connsiteY40" fmla="*/ 4032171 h 6239661"/>
                <a:gd name="connsiteX41" fmla="*/ 5049522 w 5187198"/>
                <a:gd name="connsiteY41" fmla="*/ 4067833 h 6239661"/>
                <a:gd name="connsiteX42" fmla="*/ 5040067 w 5187198"/>
                <a:gd name="connsiteY42" fmla="*/ 4103553 h 6239661"/>
                <a:gd name="connsiteX43" fmla="*/ 5028960 w 5187198"/>
                <a:gd name="connsiteY43" fmla="*/ 4138946 h 6239661"/>
                <a:gd name="connsiteX44" fmla="*/ 4917351 w 5187198"/>
                <a:gd name="connsiteY44" fmla="*/ 4417041 h 6239661"/>
                <a:gd name="connsiteX45" fmla="*/ 4756163 w 5187198"/>
                <a:gd name="connsiteY45" fmla="*/ 4676402 h 6239661"/>
                <a:gd name="connsiteX46" fmla="*/ 4322493 w 5187198"/>
                <a:gd name="connsiteY46" fmla="*/ 5105604 h 6239661"/>
                <a:gd name="connsiteX47" fmla="*/ 3840510 w 5187198"/>
                <a:gd name="connsiteY47" fmla="*/ 5429590 h 6239661"/>
                <a:gd name="connsiteX48" fmla="*/ 3606447 w 5187198"/>
                <a:gd name="connsiteY48" fmla="*/ 5572862 h 6239661"/>
                <a:gd name="connsiteX49" fmla="*/ 3488814 w 5187198"/>
                <a:gd name="connsiteY49" fmla="*/ 5647178 h 6239661"/>
                <a:gd name="connsiteX50" fmla="*/ 3365864 w 5187198"/>
                <a:gd name="connsiteY50" fmla="*/ 5722735 h 6239661"/>
                <a:gd name="connsiteX51" fmla="*/ 2839486 w 5187198"/>
                <a:gd name="connsiteY51" fmla="*/ 5999120 h 6239661"/>
                <a:gd name="connsiteX52" fmla="*/ 2242423 w 5187198"/>
                <a:gd name="connsiteY52" fmla="*/ 6192346 h 6239661"/>
                <a:gd name="connsiteX53" fmla="*/ 1589380 w 5187198"/>
                <a:gd name="connsiteY53" fmla="*/ 6230657 h 6239661"/>
                <a:gd name="connsiteX54" fmla="*/ 1548244 w 5187198"/>
                <a:gd name="connsiteY54" fmla="*/ 6226706 h 6239661"/>
                <a:gd name="connsiteX55" fmla="*/ 1507348 w 5187198"/>
                <a:gd name="connsiteY55" fmla="*/ 6221428 h 6239661"/>
                <a:gd name="connsiteX56" fmla="*/ 1466401 w 5187198"/>
                <a:gd name="connsiteY56" fmla="*/ 6215904 h 6239661"/>
                <a:gd name="connsiteX57" fmla="*/ 1425773 w 5187198"/>
                <a:gd name="connsiteY57" fmla="*/ 6209191 h 6239661"/>
                <a:gd name="connsiteX58" fmla="*/ 1344960 w 5187198"/>
                <a:gd name="connsiteY58" fmla="*/ 6193681 h 6239661"/>
                <a:gd name="connsiteX59" fmla="*/ 1265007 w 5187198"/>
                <a:gd name="connsiteY59" fmla="*/ 6175388 h 6239661"/>
                <a:gd name="connsiteX60" fmla="*/ 1225415 w 5187198"/>
                <a:gd name="connsiteY60" fmla="*/ 6165243 h 6239661"/>
                <a:gd name="connsiteX61" fmla="*/ 1186567 w 5187198"/>
                <a:gd name="connsiteY61" fmla="*/ 6154486 h 6239661"/>
                <a:gd name="connsiteX62" fmla="*/ 1111158 w 5187198"/>
                <a:gd name="connsiteY62" fmla="*/ 6130918 h 6239661"/>
                <a:gd name="connsiteX63" fmla="*/ 1035915 w 5187198"/>
                <a:gd name="connsiteY63" fmla="*/ 6107163 h 6239661"/>
                <a:gd name="connsiteX64" fmla="*/ 961579 w 5187198"/>
                <a:gd name="connsiteY64" fmla="*/ 6079594 h 6239661"/>
                <a:gd name="connsiteX65" fmla="*/ 395297 w 5187198"/>
                <a:gd name="connsiteY65" fmla="*/ 5792812 h 6239661"/>
                <a:gd name="connsiteX66" fmla="*/ 265239 w 5187198"/>
                <a:gd name="connsiteY66" fmla="*/ 5701511 h 6239661"/>
                <a:gd name="connsiteX67" fmla="*/ 233756 w 5187198"/>
                <a:gd name="connsiteY67" fmla="*/ 5677542 h 6239661"/>
                <a:gd name="connsiteX68" fmla="*/ 202800 w 5187198"/>
                <a:gd name="connsiteY68" fmla="*/ 5652902 h 6239661"/>
                <a:gd name="connsiteX69" fmla="*/ 140918 w 5187198"/>
                <a:gd name="connsiteY69" fmla="*/ 5603515 h 6239661"/>
                <a:gd name="connsiteX70" fmla="*/ 110625 w 5187198"/>
                <a:gd name="connsiteY70" fmla="*/ 5578127 h 6239661"/>
                <a:gd name="connsiteX71" fmla="*/ 95631 w 5187198"/>
                <a:gd name="connsiteY71" fmla="*/ 5565299 h 6239661"/>
                <a:gd name="connsiteX72" fmla="*/ 81966 w 5187198"/>
                <a:gd name="connsiteY72" fmla="*/ 5550973 h 6239661"/>
                <a:gd name="connsiteX73" fmla="*/ 27991 w 5187198"/>
                <a:gd name="connsiteY73" fmla="*/ 5493272 h 6239661"/>
                <a:gd name="connsiteX74" fmla="*/ 1454 w 5187198"/>
                <a:gd name="connsiteY74" fmla="*/ 5464252 h 6239661"/>
                <a:gd name="connsiteX75" fmla="*/ 0 w 5187198"/>
                <a:gd name="connsiteY75" fmla="*/ 5462518 h 6239661"/>
                <a:gd name="connsiteX76" fmla="*/ 0 w 5187198"/>
                <a:gd name="connsiteY76" fmla="*/ 4720187 h 6239661"/>
                <a:gd name="connsiteX77" fmla="*/ 109684 w 5187198"/>
                <a:gd name="connsiteY77" fmla="*/ 4836724 h 6239661"/>
                <a:gd name="connsiteX78" fmla="*/ 306959 w 5187198"/>
                <a:gd name="connsiteY78" fmla="*/ 5007200 h 6239661"/>
                <a:gd name="connsiteX79" fmla="*/ 358101 w 5187198"/>
                <a:gd name="connsiteY79" fmla="*/ 5046057 h 6239661"/>
                <a:gd name="connsiteX80" fmla="*/ 383328 w 5187198"/>
                <a:gd name="connsiteY80" fmla="*/ 5065684 h 6239661"/>
                <a:gd name="connsiteX81" fmla="*/ 409503 w 5187198"/>
                <a:gd name="connsiteY81" fmla="*/ 5083942 h 6239661"/>
                <a:gd name="connsiteX82" fmla="*/ 461889 w 5187198"/>
                <a:gd name="connsiteY82" fmla="*/ 5119888 h 6239661"/>
                <a:gd name="connsiteX83" fmla="*/ 474883 w 5187198"/>
                <a:gd name="connsiteY83" fmla="*/ 5128933 h 6239661"/>
                <a:gd name="connsiteX84" fmla="*/ 486410 w 5187198"/>
                <a:gd name="connsiteY84" fmla="*/ 5139557 h 6239661"/>
                <a:gd name="connsiteX85" fmla="*/ 510852 w 5187198"/>
                <a:gd name="connsiteY85" fmla="*/ 5159089 h 6239661"/>
                <a:gd name="connsiteX86" fmla="*/ 560653 w 5187198"/>
                <a:gd name="connsiteY86" fmla="*/ 5196893 h 6239661"/>
                <a:gd name="connsiteX87" fmla="*/ 585485 w 5187198"/>
                <a:gd name="connsiteY87" fmla="*/ 5215834 h 6239661"/>
                <a:gd name="connsiteX88" fmla="*/ 610707 w 5187198"/>
                <a:gd name="connsiteY88" fmla="*/ 5234185 h 6239661"/>
                <a:gd name="connsiteX89" fmla="*/ 714768 w 5187198"/>
                <a:gd name="connsiteY89" fmla="*/ 5303103 h 6239661"/>
                <a:gd name="connsiteX90" fmla="*/ 1166634 w 5187198"/>
                <a:gd name="connsiteY90" fmla="*/ 5513322 h 6239661"/>
                <a:gd name="connsiteX91" fmla="*/ 1225991 w 5187198"/>
                <a:gd name="connsiteY91" fmla="*/ 5533632 h 6239661"/>
                <a:gd name="connsiteX92" fmla="*/ 1286680 w 5187198"/>
                <a:gd name="connsiteY92" fmla="*/ 5550705 h 6239661"/>
                <a:gd name="connsiteX93" fmla="*/ 1347310 w 5187198"/>
                <a:gd name="connsiteY93" fmla="*/ 5567995 h 6239661"/>
                <a:gd name="connsiteX94" fmla="*/ 1377002 w 5187198"/>
                <a:gd name="connsiteY94" fmla="*/ 5575719 h 6239661"/>
                <a:gd name="connsiteX95" fmla="*/ 1406328 w 5187198"/>
                <a:gd name="connsiteY95" fmla="*/ 5582649 h 6239661"/>
                <a:gd name="connsiteX96" fmla="*/ 1465060 w 5187198"/>
                <a:gd name="connsiteY96" fmla="*/ 5594909 h 6239661"/>
                <a:gd name="connsiteX97" fmla="*/ 1523881 w 5187198"/>
                <a:gd name="connsiteY97" fmla="*/ 5605105 h 6239661"/>
                <a:gd name="connsiteX98" fmla="*/ 1553325 w 5187198"/>
                <a:gd name="connsiteY98" fmla="*/ 5609865 h 6239661"/>
                <a:gd name="connsiteX99" fmla="*/ 1582813 w 5187198"/>
                <a:gd name="connsiteY99" fmla="*/ 5613593 h 6239661"/>
                <a:gd name="connsiteX100" fmla="*/ 1612301 w 5187198"/>
                <a:gd name="connsiteY100" fmla="*/ 5617321 h 6239661"/>
                <a:gd name="connsiteX101" fmla="*/ 1641863 w 5187198"/>
                <a:gd name="connsiteY101" fmla="*/ 5619910 h 6239661"/>
                <a:gd name="connsiteX102" fmla="*/ 2117508 w 5187198"/>
                <a:gd name="connsiteY102" fmla="*/ 5595156 h 6239661"/>
                <a:gd name="connsiteX103" fmla="*/ 2597368 w 5187198"/>
                <a:gd name="connsiteY103" fmla="*/ 5447381 h 6239661"/>
                <a:gd name="connsiteX104" fmla="*/ 3082968 w 5187198"/>
                <a:gd name="connsiteY104" fmla="*/ 5223245 h 6239661"/>
                <a:gd name="connsiteX105" fmla="*/ 3334855 w 5187198"/>
                <a:gd name="connsiteY105" fmla="*/ 5097383 h 6239661"/>
                <a:gd name="connsiteX106" fmla="*/ 3599509 w 5187198"/>
                <a:gd name="connsiteY106" fmla="*/ 4976217 h 6239661"/>
                <a:gd name="connsiteX107" fmla="*/ 4112002 w 5187198"/>
                <a:gd name="connsiteY107" fmla="*/ 4766359 h 6239661"/>
                <a:gd name="connsiteX108" fmla="*/ 4348983 w 5187198"/>
                <a:gd name="connsiteY108" fmla="*/ 4649833 h 6239661"/>
                <a:gd name="connsiteX109" fmla="*/ 4560505 w 5187198"/>
                <a:gd name="connsiteY109" fmla="*/ 4501564 h 6239661"/>
                <a:gd name="connsiteX110" fmla="*/ 4731963 w 5187198"/>
                <a:gd name="connsiteY110" fmla="*/ 4309870 h 6239661"/>
                <a:gd name="connsiteX111" fmla="*/ 4852344 w 5187198"/>
                <a:gd name="connsiteY111" fmla="*/ 4078640 h 6239661"/>
                <a:gd name="connsiteX112" fmla="*/ 4863972 w 5187198"/>
                <a:gd name="connsiteY112" fmla="*/ 4047790 h 6239661"/>
                <a:gd name="connsiteX113" fmla="*/ 4874144 w 5187198"/>
                <a:gd name="connsiteY113" fmla="*/ 4016320 h 6239661"/>
                <a:gd name="connsiteX114" fmla="*/ 4884127 w 5187198"/>
                <a:gd name="connsiteY114" fmla="*/ 3984682 h 6239661"/>
                <a:gd name="connsiteX115" fmla="*/ 4892800 w 5187198"/>
                <a:gd name="connsiteY115" fmla="*/ 3951883 h 6239661"/>
                <a:gd name="connsiteX116" fmla="*/ 4909526 w 5187198"/>
                <a:gd name="connsiteY116" fmla="*/ 3886001 h 6239661"/>
                <a:gd name="connsiteX117" fmla="*/ 4917687 w 5187198"/>
                <a:gd name="connsiteY117" fmla="*/ 3852948 h 6239661"/>
                <a:gd name="connsiteX118" fmla="*/ 4921768 w 5187198"/>
                <a:gd name="connsiteY118" fmla="*/ 3836422 h 6239661"/>
                <a:gd name="connsiteX119" fmla="*/ 4924845 w 5187198"/>
                <a:gd name="connsiteY119" fmla="*/ 3819742 h 6239661"/>
                <a:gd name="connsiteX120" fmla="*/ 4948230 w 5187198"/>
                <a:gd name="connsiteY120" fmla="*/ 3685744 h 6239661"/>
                <a:gd name="connsiteX121" fmla="*/ 4962782 w 5187198"/>
                <a:gd name="connsiteY121" fmla="*/ 3550540 h 6239661"/>
                <a:gd name="connsiteX122" fmla="*/ 4939468 w 5187198"/>
                <a:gd name="connsiteY122" fmla="*/ 3010249 h 6239661"/>
                <a:gd name="connsiteX123" fmla="*/ 4816901 w 5187198"/>
                <a:gd name="connsiteY123" fmla="*/ 2488224 h 6239661"/>
                <a:gd name="connsiteX124" fmla="*/ 4797005 w 5187198"/>
                <a:gd name="connsiteY124" fmla="*/ 2424470 h 6239661"/>
                <a:gd name="connsiteX125" fmla="*/ 4774433 w 5187198"/>
                <a:gd name="connsiteY125" fmla="*/ 2361620 h 6239661"/>
                <a:gd name="connsiteX126" fmla="*/ 4752459 w 5187198"/>
                <a:gd name="connsiteY126" fmla="*/ 2298700 h 6239661"/>
                <a:gd name="connsiteX127" fmla="*/ 4728083 w 5187198"/>
                <a:gd name="connsiteY127" fmla="*/ 2236526 h 6239661"/>
                <a:gd name="connsiteX128" fmla="*/ 4704471 w 5187198"/>
                <a:gd name="connsiteY128" fmla="*/ 2174095 h 6239661"/>
                <a:gd name="connsiteX129" fmla="*/ 4678399 w 5187198"/>
                <a:gd name="connsiteY129" fmla="*/ 2112626 h 6239661"/>
                <a:gd name="connsiteX130" fmla="*/ 4652601 w 5187198"/>
                <a:gd name="connsiteY130" fmla="*/ 2050999 h 6239661"/>
                <a:gd name="connsiteX131" fmla="*/ 4624205 w 5187198"/>
                <a:gd name="connsiteY131" fmla="*/ 1990415 h 6239661"/>
                <a:gd name="connsiteX132" fmla="*/ 4595398 w 5187198"/>
                <a:gd name="connsiteY132" fmla="*/ 1930069 h 6239661"/>
                <a:gd name="connsiteX133" fmla="*/ 4563827 w 5187198"/>
                <a:gd name="connsiteY133" fmla="*/ 1870952 h 6239661"/>
                <a:gd name="connsiteX134" fmla="*/ 4531433 w 5187198"/>
                <a:gd name="connsiteY134" fmla="*/ 1812311 h 6239661"/>
                <a:gd name="connsiteX135" fmla="*/ 4523315 w 5187198"/>
                <a:gd name="connsiteY135" fmla="*/ 1797616 h 6239661"/>
                <a:gd name="connsiteX136" fmla="*/ 4514482 w 5187198"/>
                <a:gd name="connsiteY136" fmla="*/ 1783425 h 6239661"/>
                <a:gd name="connsiteX137" fmla="*/ 4496845 w 5187198"/>
                <a:gd name="connsiteY137" fmla="*/ 1754936 h 6239661"/>
                <a:gd name="connsiteX138" fmla="*/ 4461463 w 5187198"/>
                <a:gd name="connsiteY138" fmla="*/ 1697929 h 6239661"/>
                <a:gd name="connsiteX139" fmla="*/ 4452660 w 5187198"/>
                <a:gd name="connsiteY139" fmla="*/ 1683629 h 6239661"/>
                <a:gd name="connsiteX140" fmla="*/ 4443141 w 5187198"/>
                <a:gd name="connsiteY140" fmla="*/ 1669834 h 6239661"/>
                <a:gd name="connsiteX141" fmla="*/ 4424241 w 5187198"/>
                <a:gd name="connsiteY141" fmla="*/ 1642166 h 6239661"/>
                <a:gd name="connsiteX142" fmla="*/ 4346886 w 5187198"/>
                <a:gd name="connsiteY142" fmla="*/ 1532412 h 6239661"/>
                <a:gd name="connsiteX143" fmla="*/ 3985497 w 5187198"/>
                <a:gd name="connsiteY143" fmla="*/ 1134649 h 6239661"/>
                <a:gd name="connsiteX144" fmla="*/ 3545665 w 5187198"/>
                <a:gd name="connsiteY144" fmla="*/ 825877 h 6239661"/>
                <a:gd name="connsiteX145" fmla="*/ 3486190 w 5187198"/>
                <a:gd name="connsiteY145" fmla="*/ 794756 h 6239661"/>
                <a:gd name="connsiteX146" fmla="*/ 3426182 w 5187198"/>
                <a:gd name="connsiteY146" fmla="*/ 764765 h 6239661"/>
                <a:gd name="connsiteX147" fmla="*/ 3365044 w 5187198"/>
                <a:gd name="connsiteY147" fmla="*/ 737255 h 6239661"/>
                <a:gd name="connsiteX148" fmla="*/ 3334529 w 5187198"/>
                <a:gd name="connsiteY148" fmla="*/ 723514 h 6239661"/>
                <a:gd name="connsiteX149" fmla="*/ 3303733 w 5187198"/>
                <a:gd name="connsiteY149" fmla="*/ 710395 h 6239661"/>
                <a:gd name="connsiteX150" fmla="*/ 3179033 w 5187198"/>
                <a:gd name="connsiteY150" fmla="*/ 662259 h 6239661"/>
                <a:gd name="connsiteX151" fmla="*/ 3052408 w 5187198"/>
                <a:gd name="connsiteY151" fmla="*/ 620447 h 6239661"/>
                <a:gd name="connsiteX152" fmla="*/ 2924325 w 5187198"/>
                <a:gd name="connsiteY152" fmla="*/ 584505 h 6239661"/>
                <a:gd name="connsiteX153" fmla="*/ 2859667 w 5187198"/>
                <a:gd name="connsiteY153" fmla="*/ 569266 h 6239661"/>
                <a:gd name="connsiteX154" fmla="*/ 2795226 w 5187198"/>
                <a:gd name="connsiteY154" fmla="*/ 554085 h 6239661"/>
                <a:gd name="connsiteX155" fmla="*/ 2729702 w 5187198"/>
                <a:gd name="connsiteY155" fmla="*/ 540354 h 6239661"/>
                <a:gd name="connsiteX156" fmla="*/ 2663758 w 5187198"/>
                <a:gd name="connsiteY156" fmla="*/ 527322 h 6239661"/>
                <a:gd name="connsiteX157" fmla="*/ 2630927 w 5187198"/>
                <a:gd name="connsiteY157" fmla="*/ 520495 h 6239661"/>
                <a:gd name="connsiteX158" fmla="*/ 2597965 w 5187198"/>
                <a:gd name="connsiteY158" fmla="*/ 515024 h 6239661"/>
                <a:gd name="connsiteX159" fmla="*/ 2532205 w 5187198"/>
                <a:gd name="connsiteY159" fmla="*/ 503895 h 6239661"/>
                <a:gd name="connsiteX160" fmla="*/ 2010064 w 5187198"/>
                <a:gd name="connsiteY160" fmla="*/ 452552 h 6239661"/>
                <a:gd name="connsiteX161" fmla="*/ 1494552 w 5187198"/>
                <a:gd name="connsiteY161" fmla="*/ 485055 h 6239661"/>
                <a:gd name="connsiteX162" fmla="*/ 1366896 w 5187198"/>
                <a:gd name="connsiteY162" fmla="*/ 509389 h 6239661"/>
                <a:gd name="connsiteX163" fmla="*/ 1240175 w 5187198"/>
                <a:gd name="connsiteY163" fmla="*/ 541045 h 6239661"/>
                <a:gd name="connsiteX164" fmla="*/ 1177438 w 5187198"/>
                <a:gd name="connsiteY164" fmla="*/ 560170 h 6239661"/>
                <a:gd name="connsiteX165" fmla="*/ 1145987 w 5187198"/>
                <a:gd name="connsiteY165" fmla="*/ 569826 h 6239661"/>
                <a:gd name="connsiteX166" fmla="*/ 1130315 w 5187198"/>
                <a:gd name="connsiteY166" fmla="*/ 574669 h 6239661"/>
                <a:gd name="connsiteX167" fmla="*/ 1114873 w 5187198"/>
                <a:gd name="connsiteY167" fmla="*/ 580384 h 6239661"/>
                <a:gd name="connsiteX168" fmla="*/ 1052839 w 5187198"/>
                <a:gd name="connsiteY168" fmla="*/ 602943 h 6239661"/>
                <a:gd name="connsiteX169" fmla="*/ 991135 w 5187198"/>
                <a:gd name="connsiteY169" fmla="*/ 626866 h 6239661"/>
                <a:gd name="connsiteX170" fmla="*/ 930179 w 5187198"/>
                <a:gd name="connsiteY170" fmla="*/ 653191 h 6239661"/>
                <a:gd name="connsiteX171" fmla="*/ 869768 w 5187198"/>
                <a:gd name="connsiteY171" fmla="*/ 680937 h 6239661"/>
                <a:gd name="connsiteX172" fmla="*/ 810085 w 5187198"/>
                <a:gd name="connsiteY172" fmla="*/ 710734 h 6239661"/>
                <a:gd name="connsiteX173" fmla="*/ 751220 w 5187198"/>
                <a:gd name="connsiteY173" fmla="*/ 741794 h 6239661"/>
                <a:gd name="connsiteX174" fmla="*/ 532669 w 5187198"/>
                <a:gd name="connsiteY174" fmla="*/ 881688 h 6239661"/>
                <a:gd name="connsiteX175" fmla="*/ 354185 w 5187198"/>
                <a:gd name="connsiteY175" fmla="*/ 1050286 h 6239661"/>
                <a:gd name="connsiteX176" fmla="*/ 315980 w 5187198"/>
                <a:gd name="connsiteY176" fmla="*/ 1098125 h 6239661"/>
                <a:gd name="connsiteX177" fmla="*/ 280345 w 5187198"/>
                <a:gd name="connsiteY177" fmla="*/ 1149782 h 6239661"/>
                <a:gd name="connsiteX178" fmla="*/ 245890 w 5187198"/>
                <a:gd name="connsiteY178" fmla="*/ 1203959 h 6239661"/>
                <a:gd name="connsiteX179" fmla="*/ 212162 w 5187198"/>
                <a:gd name="connsiteY179" fmla="*/ 1260184 h 6239661"/>
                <a:gd name="connsiteX180" fmla="*/ 80716 w 5187198"/>
                <a:gd name="connsiteY180" fmla="*/ 1502476 h 6239661"/>
                <a:gd name="connsiteX181" fmla="*/ 0 w 5187198"/>
                <a:gd name="connsiteY181" fmla="*/ 1648841 h 6239661"/>
                <a:gd name="connsiteX182" fmla="*/ 0 w 5187198"/>
                <a:gd name="connsiteY182" fmla="*/ 954863 h 6239661"/>
                <a:gd name="connsiteX183" fmla="*/ 43491 w 5187198"/>
                <a:gd name="connsiteY183" fmla="*/ 895513 h 6239661"/>
                <a:gd name="connsiteX184" fmla="*/ 93923 w 5187198"/>
                <a:gd name="connsiteY184" fmla="*/ 834489 h 6239661"/>
                <a:gd name="connsiteX185" fmla="*/ 323465 w 5187198"/>
                <a:gd name="connsiteY185" fmla="*/ 617671 h 6239661"/>
                <a:gd name="connsiteX186" fmla="*/ 574777 w 5187198"/>
                <a:gd name="connsiteY186" fmla="*/ 446794 h 6239661"/>
                <a:gd name="connsiteX187" fmla="*/ 638943 w 5187198"/>
                <a:gd name="connsiteY187" fmla="*/ 408925 h 6239661"/>
                <a:gd name="connsiteX188" fmla="*/ 703505 w 5187198"/>
                <a:gd name="connsiteY188" fmla="*/ 371742 h 6239661"/>
                <a:gd name="connsiteX189" fmla="*/ 769262 w 5187198"/>
                <a:gd name="connsiteY189" fmla="*/ 336154 h 6239661"/>
                <a:gd name="connsiteX190" fmla="*/ 835552 w 5187198"/>
                <a:gd name="connsiteY190" fmla="*/ 301173 h 6239661"/>
                <a:gd name="connsiteX191" fmla="*/ 902979 w 5187198"/>
                <a:gd name="connsiteY191" fmla="*/ 268004 h 6239661"/>
                <a:gd name="connsiteX192" fmla="*/ 971127 w 5187198"/>
                <a:gd name="connsiteY192" fmla="*/ 235607 h 6239661"/>
                <a:gd name="connsiteX193" fmla="*/ 988238 w 5187198"/>
                <a:gd name="connsiteY193" fmla="*/ 227556 h 6239661"/>
                <a:gd name="connsiteX194" fmla="*/ 1005744 w 5187198"/>
                <a:gd name="connsiteY194" fmla="*/ 220191 h 6239661"/>
                <a:gd name="connsiteX195" fmla="*/ 1040729 w 5187198"/>
                <a:gd name="connsiteY195" fmla="*/ 205569 h 6239661"/>
                <a:gd name="connsiteX196" fmla="*/ 1110835 w 5187198"/>
                <a:gd name="connsiteY196" fmla="*/ 176248 h 6239661"/>
                <a:gd name="connsiteX197" fmla="*/ 1254256 w 5187198"/>
                <a:gd name="connsiteY197" fmla="*/ 123796 h 6239661"/>
                <a:gd name="connsiteX198" fmla="*/ 1401310 w 5187198"/>
                <a:gd name="connsiteY198" fmla="*/ 79852 h 6239661"/>
                <a:gd name="connsiteX199" fmla="*/ 2011811 w 5187198"/>
                <a:gd name="connsiteY199" fmla="*/ 4 h 6239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5187198" h="6239661">
                  <a:moveTo>
                    <a:pt x="2011811" y="4"/>
                  </a:moveTo>
                  <a:cubicBezTo>
                    <a:pt x="2217306" y="120"/>
                    <a:pt x="2420903" y="25925"/>
                    <a:pt x="2617011" y="70590"/>
                  </a:cubicBezTo>
                  <a:lnTo>
                    <a:pt x="2690321" y="88146"/>
                  </a:lnTo>
                  <a:lnTo>
                    <a:pt x="2726863" y="97127"/>
                  </a:lnTo>
                  <a:lnTo>
                    <a:pt x="2762951" y="107375"/>
                  </a:lnTo>
                  <a:lnTo>
                    <a:pt x="2834843" y="128493"/>
                  </a:lnTo>
                  <a:cubicBezTo>
                    <a:pt x="2858788" y="135605"/>
                    <a:pt x="2882632" y="142226"/>
                    <a:pt x="2906574" y="151076"/>
                  </a:cubicBezTo>
                  <a:cubicBezTo>
                    <a:pt x="2954475" y="167852"/>
                    <a:pt x="3002363" y="183813"/>
                    <a:pt x="3049504" y="202124"/>
                  </a:cubicBezTo>
                  <a:lnTo>
                    <a:pt x="3189518" y="260159"/>
                  </a:lnTo>
                  <a:lnTo>
                    <a:pt x="3326048" y="325143"/>
                  </a:lnTo>
                  <a:cubicBezTo>
                    <a:pt x="3370687" y="348464"/>
                    <a:pt x="3414908" y="372485"/>
                    <a:pt x="3459166" y="395936"/>
                  </a:cubicBezTo>
                  <a:cubicBezTo>
                    <a:pt x="3502947" y="420302"/>
                    <a:pt x="3545491" y="447118"/>
                    <a:pt x="3588578" y="472343"/>
                  </a:cubicBezTo>
                  <a:cubicBezTo>
                    <a:pt x="3610346" y="484551"/>
                    <a:pt x="3630797" y="499072"/>
                    <a:pt x="3651864" y="512600"/>
                  </a:cubicBezTo>
                  <a:lnTo>
                    <a:pt x="3714514" y="553499"/>
                  </a:lnTo>
                  <a:cubicBezTo>
                    <a:pt x="3880005" y="664844"/>
                    <a:pt x="4036083" y="788388"/>
                    <a:pt x="4181221" y="922912"/>
                  </a:cubicBezTo>
                  <a:cubicBezTo>
                    <a:pt x="4326221" y="1057515"/>
                    <a:pt x="4461955" y="1202038"/>
                    <a:pt x="4582963" y="1358264"/>
                  </a:cubicBezTo>
                  <a:cubicBezTo>
                    <a:pt x="4614206" y="1396543"/>
                    <a:pt x="4642091" y="1437400"/>
                    <a:pt x="4670721" y="1477644"/>
                  </a:cubicBezTo>
                  <a:cubicBezTo>
                    <a:pt x="4700172" y="1517414"/>
                    <a:pt x="4725864" y="1559538"/>
                    <a:pt x="4752378" y="1601187"/>
                  </a:cubicBezTo>
                  <a:lnTo>
                    <a:pt x="4772168" y="1632456"/>
                  </a:lnTo>
                  <a:lnTo>
                    <a:pt x="4782117" y="1648104"/>
                  </a:lnTo>
                  <a:lnTo>
                    <a:pt x="4791381" y="1664150"/>
                  </a:lnTo>
                  <a:lnTo>
                    <a:pt x="4828190" y="1728379"/>
                  </a:lnTo>
                  <a:cubicBezTo>
                    <a:pt x="4840266" y="1749930"/>
                    <a:pt x="4853470" y="1770740"/>
                    <a:pt x="4864832" y="1792796"/>
                  </a:cubicBezTo>
                  <a:lnTo>
                    <a:pt x="4899201" y="1858342"/>
                  </a:lnTo>
                  <a:cubicBezTo>
                    <a:pt x="4910484" y="1880260"/>
                    <a:pt x="4922532" y="1901920"/>
                    <a:pt x="4933266" y="1924155"/>
                  </a:cubicBezTo>
                  <a:lnTo>
                    <a:pt x="4964403" y="1991384"/>
                  </a:lnTo>
                  <a:cubicBezTo>
                    <a:pt x="4974618" y="2013829"/>
                    <a:pt x="4985323" y="2036171"/>
                    <a:pt x="4995019" y="2058823"/>
                  </a:cubicBezTo>
                  <a:lnTo>
                    <a:pt x="5021999" y="2127723"/>
                  </a:lnTo>
                  <a:lnTo>
                    <a:pt x="5048321" y="2196908"/>
                  </a:lnTo>
                  <a:lnTo>
                    <a:pt x="5070546" y="2267547"/>
                  </a:lnTo>
                  <a:cubicBezTo>
                    <a:pt x="5078054" y="2291004"/>
                    <a:pt x="5085044" y="2314670"/>
                    <a:pt x="5092171" y="2338256"/>
                  </a:cubicBezTo>
                  <a:cubicBezTo>
                    <a:pt x="5098670" y="2362023"/>
                    <a:pt x="5104296" y="2386019"/>
                    <a:pt x="5110305" y="2409886"/>
                  </a:cubicBezTo>
                  <a:cubicBezTo>
                    <a:pt x="5158097" y="2600976"/>
                    <a:pt x="5182068" y="2797044"/>
                    <a:pt x="5186393" y="2992022"/>
                  </a:cubicBezTo>
                  <a:cubicBezTo>
                    <a:pt x="5191013" y="3187195"/>
                    <a:pt x="5175397" y="3380886"/>
                    <a:pt x="5149045" y="3571816"/>
                  </a:cubicBezTo>
                  <a:cubicBezTo>
                    <a:pt x="5141154" y="3619431"/>
                    <a:pt x="5133539" y="3666889"/>
                    <a:pt x="5126572" y="3714520"/>
                  </a:cubicBezTo>
                  <a:cubicBezTo>
                    <a:pt x="5117276" y="3761759"/>
                    <a:pt x="5107793" y="3808831"/>
                    <a:pt x="5099067" y="3856108"/>
                  </a:cubicBezTo>
                  <a:lnTo>
                    <a:pt x="5095699" y="3873868"/>
                  </a:lnTo>
                  <a:lnTo>
                    <a:pt x="5091573" y="3891426"/>
                  </a:lnTo>
                  <a:lnTo>
                    <a:pt x="5083324" y="3926541"/>
                  </a:lnTo>
                  <a:lnTo>
                    <a:pt x="5067256" y="3996889"/>
                  </a:lnTo>
                  <a:cubicBezTo>
                    <a:pt x="5064451" y="4008657"/>
                    <a:pt x="5062244" y="4020353"/>
                    <a:pt x="5059194" y="4032171"/>
                  </a:cubicBezTo>
                  <a:lnTo>
                    <a:pt x="5049522" y="4067833"/>
                  </a:lnTo>
                  <a:lnTo>
                    <a:pt x="5040067" y="4103553"/>
                  </a:lnTo>
                  <a:cubicBezTo>
                    <a:pt x="5036554" y="4115363"/>
                    <a:pt x="5032689" y="4127194"/>
                    <a:pt x="5028960" y="4138946"/>
                  </a:cubicBezTo>
                  <a:cubicBezTo>
                    <a:pt x="4999693" y="4233462"/>
                    <a:pt x="4962869" y="4326764"/>
                    <a:pt x="4917351" y="4417041"/>
                  </a:cubicBezTo>
                  <a:cubicBezTo>
                    <a:pt x="4871860" y="4507209"/>
                    <a:pt x="4817597" y="4594215"/>
                    <a:pt x="4756163" y="4676402"/>
                  </a:cubicBezTo>
                  <a:cubicBezTo>
                    <a:pt x="4632803" y="4840875"/>
                    <a:pt x="4480597" y="4982783"/>
                    <a:pt x="4322493" y="5105604"/>
                  </a:cubicBezTo>
                  <a:cubicBezTo>
                    <a:pt x="4163928" y="5228420"/>
                    <a:pt x="3999564" y="5332640"/>
                    <a:pt x="3840510" y="5429590"/>
                  </a:cubicBezTo>
                  <a:cubicBezTo>
                    <a:pt x="3760954" y="5478172"/>
                    <a:pt x="3682353" y="5524924"/>
                    <a:pt x="3606447" y="5572862"/>
                  </a:cubicBezTo>
                  <a:lnTo>
                    <a:pt x="3488814" y="5647178"/>
                  </a:lnTo>
                  <a:cubicBezTo>
                    <a:pt x="3448270" y="5672597"/>
                    <a:pt x="3407323" y="5697792"/>
                    <a:pt x="3365864" y="5722735"/>
                  </a:cubicBezTo>
                  <a:cubicBezTo>
                    <a:pt x="3200163" y="5822424"/>
                    <a:pt x="3026125" y="5917328"/>
                    <a:pt x="2839486" y="5999120"/>
                  </a:cubicBezTo>
                  <a:cubicBezTo>
                    <a:pt x="2653201" y="6080891"/>
                    <a:pt x="2453560" y="6149344"/>
                    <a:pt x="2242423" y="6192346"/>
                  </a:cubicBezTo>
                  <a:cubicBezTo>
                    <a:pt x="2031719" y="6235463"/>
                    <a:pt x="1808952" y="6251353"/>
                    <a:pt x="1589380" y="6230657"/>
                  </a:cubicBezTo>
                  <a:lnTo>
                    <a:pt x="1548244" y="6226706"/>
                  </a:lnTo>
                  <a:cubicBezTo>
                    <a:pt x="1534528" y="6225117"/>
                    <a:pt x="1520898" y="6223203"/>
                    <a:pt x="1507348" y="6221428"/>
                  </a:cubicBezTo>
                  <a:lnTo>
                    <a:pt x="1466401" y="6215904"/>
                  </a:lnTo>
                  <a:cubicBezTo>
                    <a:pt x="1452772" y="6213991"/>
                    <a:pt x="1439316" y="6211428"/>
                    <a:pt x="1425773" y="6209191"/>
                  </a:cubicBezTo>
                  <a:cubicBezTo>
                    <a:pt x="1398775" y="6204391"/>
                    <a:pt x="1371610" y="6199779"/>
                    <a:pt x="1344960" y="6193681"/>
                  </a:cubicBezTo>
                  <a:cubicBezTo>
                    <a:pt x="1318251" y="6187799"/>
                    <a:pt x="1291260" y="6182538"/>
                    <a:pt x="1265007" y="6175388"/>
                  </a:cubicBezTo>
                  <a:lnTo>
                    <a:pt x="1225415" y="6165243"/>
                  </a:lnTo>
                  <a:cubicBezTo>
                    <a:pt x="1212163" y="6161924"/>
                    <a:pt x="1198939" y="6158496"/>
                    <a:pt x="1186567" y="6154486"/>
                  </a:cubicBezTo>
                  <a:lnTo>
                    <a:pt x="1111158" y="6130918"/>
                  </a:lnTo>
                  <a:lnTo>
                    <a:pt x="1035915" y="6107163"/>
                  </a:lnTo>
                  <a:cubicBezTo>
                    <a:pt x="1010846" y="6099055"/>
                    <a:pt x="986357" y="6088784"/>
                    <a:pt x="961579" y="6079594"/>
                  </a:cubicBezTo>
                  <a:cubicBezTo>
                    <a:pt x="763709" y="6005594"/>
                    <a:pt x="572401" y="5909703"/>
                    <a:pt x="395297" y="5792812"/>
                  </a:cubicBezTo>
                  <a:lnTo>
                    <a:pt x="265239" y="5701511"/>
                  </a:lnTo>
                  <a:cubicBezTo>
                    <a:pt x="254227" y="5694155"/>
                    <a:pt x="244103" y="5685646"/>
                    <a:pt x="233756" y="5677542"/>
                  </a:cubicBezTo>
                  <a:lnTo>
                    <a:pt x="202800" y="5652902"/>
                  </a:lnTo>
                  <a:lnTo>
                    <a:pt x="140918" y="5603515"/>
                  </a:lnTo>
                  <a:cubicBezTo>
                    <a:pt x="130598" y="5595302"/>
                    <a:pt x="120280" y="5587089"/>
                    <a:pt x="110625" y="5578127"/>
                  </a:cubicBezTo>
                  <a:cubicBezTo>
                    <a:pt x="105647" y="5573779"/>
                    <a:pt x="100444" y="5569834"/>
                    <a:pt x="95631" y="5565299"/>
                  </a:cubicBezTo>
                  <a:cubicBezTo>
                    <a:pt x="90955" y="5560684"/>
                    <a:pt x="86505" y="5555666"/>
                    <a:pt x="81966" y="5550973"/>
                  </a:cubicBezTo>
                  <a:lnTo>
                    <a:pt x="27991" y="5493272"/>
                  </a:lnTo>
                  <a:cubicBezTo>
                    <a:pt x="19109" y="5483589"/>
                    <a:pt x="9758" y="5474359"/>
                    <a:pt x="1454" y="5464252"/>
                  </a:cubicBezTo>
                  <a:lnTo>
                    <a:pt x="0" y="5462518"/>
                  </a:lnTo>
                  <a:lnTo>
                    <a:pt x="0" y="4720187"/>
                  </a:lnTo>
                  <a:lnTo>
                    <a:pt x="109684" y="4836724"/>
                  </a:lnTo>
                  <a:cubicBezTo>
                    <a:pt x="173316" y="4897375"/>
                    <a:pt x="239447" y="4954160"/>
                    <a:pt x="306959" y="5007200"/>
                  </a:cubicBezTo>
                  <a:lnTo>
                    <a:pt x="358101" y="5046057"/>
                  </a:lnTo>
                  <a:lnTo>
                    <a:pt x="383328" y="5065684"/>
                  </a:lnTo>
                  <a:cubicBezTo>
                    <a:pt x="391637" y="5072316"/>
                    <a:pt x="400805" y="5077902"/>
                    <a:pt x="409503" y="5083942"/>
                  </a:cubicBezTo>
                  <a:lnTo>
                    <a:pt x="461889" y="5119888"/>
                  </a:lnTo>
                  <a:cubicBezTo>
                    <a:pt x="466184" y="5122893"/>
                    <a:pt x="470616" y="5125820"/>
                    <a:pt x="474883" y="5128933"/>
                  </a:cubicBezTo>
                  <a:cubicBezTo>
                    <a:pt x="478982" y="5132235"/>
                    <a:pt x="482476" y="5136069"/>
                    <a:pt x="486410" y="5139557"/>
                  </a:cubicBezTo>
                  <a:cubicBezTo>
                    <a:pt x="494140" y="5146613"/>
                    <a:pt x="502565" y="5152812"/>
                    <a:pt x="510852" y="5159089"/>
                  </a:cubicBezTo>
                  <a:lnTo>
                    <a:pt x="560653" y="5196893"/>
                  </a:lnTo>
                  <a:lnTo>
                    <a:pt x="585485" y="5215834"/>
                  </a:lnTo>
                  <a:cubicBezTo>
                    <a:pt x="593773" y="5222111"/>
                    <a:pt x="601864" y="5228685"/>
                    <a:pt x="610707" y="5234185"/>
                  </a:cubicBezTo>
                  <a:lnTo>
                    <a:pt x="714768" y="5303103"/>
                  </a:lnTo>
                  <a:cubicBezTo>
                    <a:pt x="856162" y="5390603"/>
                    <a:pt x="1008099" y="5459947"/>
                    <a:pt x="1166634" y="5513322"/>
                  </a:cubicBezTo>
                  <a:cubicBezTo>
                    <a:pt x="1186540" y="5519932"/>
                    <a:pt x="1205774" y="5527751"/>
                    <a:pt x="1225991" y="5533632"/>
                  </a:cubicBezTo>
                  <a:lnTo>
                    <a:pt x="1286680" y="5550705"/>
                  </a:lnTo>
                  <a:lnTo>
                    <a:pt x="1347310" y="5567995"/>
                  </a:lnTo>
                  <a:cubicBezTo>
                    <a:pt x="1357469" y="5571180"/>
                    <a:pt x="1367261" y="5573572"/>
                    <a:pt x="1377002" y="5575719"/>
                  </a:cubicBezTo>
                  <a:lnTo>
                    <a:pt x="1406328" y="5582649"/>
                  </a:lnTo>
                  <a:cubicBezTo>
                    <a:pt x="1425825" y="5587757"/>
                    <a:pt x="1445490" y="5590939"/>
                    <a:pt x="1465060" y="5594909"/>
                  </a:cubicBezTo>
                  <a:cubicBezTo>
                    <a:pt x="1484652" y="5599231"/>
                    <a:pt x="1504324" y="5601952"/>
                    <a:pt x="1523881" y="5605105"/>
                  </a:cubicBezTo>
                  <a:cubicBezTo>
                    <a:pt x="1533660" y="5606682"/>
                    <a:pt x="1543460" y="5608613"/>
                    <a:pt x="1553325" y="5609865"/>
                  </a:cubicBezTo>
                  <a:lnTo>
                    <a:pt x="1582813" y="5613593"/>
                  </a:lnTo>
                  <a:lnTo>
                    <a:pt x="1612301" y="5617321"/>
                  </a:lnTo>
                  <a:lnTo>
                    <a:pt x="1641863" y="5619910"/>
                  </a:lnTo>
                  <a:cubicBezTo>
                    <a:pt x="1799348" y="5633940"/>
                    <a:pt x="1957913" y="5625770"/>
                    <a:pt x="2117508" y="5595156"/>
                  </a:cubicBezTo>
                  <a:cubicBezTo>
                    <a:pt x="2277124" y="5564895"/>
                    <a:pt x="2437004" y="5512449"/>
                    <a:pt x="2597368" y="5447381"/>
                  </a:cubicBezTo>
                  <a:cubicBezTo>
                    <a:pt x="2757791" y="5382096"/>
                    <a:pt x="2918855" y="5304464"/>
                    <a:pt x="3082968" y="5223245"/>
                  </a:cubicBezTo>
                  <a:lnTo>
                    <a:pt x="3334855" y="5097383"/>
                  </a:lnTo>
                  <a:cubicBezTo>
                    <a:pt x="3423528" y="5054142"/>
                    <a:pt x="3511773" y="5013798"/>
                    <a:pt x="3599509" y="4976217"/>
                  </a:cubicBezTo>
                  <a:cubicBezTo>
                    <a:pt x="3774960" y="4900701"/>
                    <a:pt x="3948276" y="4837481"/>
                    <a:pt x="4112002" y="4766359"/>
                  </a:cubicBezTo>
                  <a:cubicBezTo>
                    <a:pt x="4193972" y="4730827"/>
                    <a:pt x="4273429" y="4692997"/>
                    <a:pt x="4348983" y="4649833"/>
                  </a:cubicBezTo>
                  <a:cubicBezTo>
                    <a:pt x="4424508" y="4606778"/>
                    <a:pt x="4496050" y="4558250"/>
                    <a:pt x="4560505" y="4501564"/>
                  </a:cubicBezTo>
                  <a:cubicBezTo>
                    <a:pt x="4625198" y="4445289"/>
                    <a:pt x="4682991" y="4381021"/>
                    <a:pt x="4731963" y="4309870"/>
                  </a:cubicBezTo>
                  <a:cubicBezTo>
                    <a:pt x="4781043" y="4238747"/>
                    <a:pt x="4821275" y="4160848"/>
                    <a:pt x="4852344" y="4078640"/>
                  </a:cubicBezTo>
                  <a:lnTo>
                    <a:pt x="4863972" y="4047790"/>
                  </a:lnTo>
                  <a:lnTo>
                    <a:pt x="4874144" y="4016320"/>
                  </a:lnTo>
                  <a:lnTo>
                    <a:pt x="4884127" y="3984682"/>
                  </a:lnTo>
                  <a:cubicBezTo>
                    <a:pt x="4887242" y="3973925"/>
                    <a:pt x="4889981" y="3962835"/>
                    <a:pt x="4892800" y="3951883"/>
                  </a:cubicBezTo>
                  <a:lnTo>
                    <a:pt x="4909526" y="3886001"/>
                  </a:lnTo>
                  <a:lnTo>
                    <a:pt x="4917687" y="3852948"/>
                  </a:lnTo>
                  <a:lnTo>
                    <a:pt x="4921768" y="3836422"/>
                  </a:lnTo>
                  <a:lnTo>
                    <a:pt x="4924845" y="3819742"/>
                  </a:lnTo>
                  <a:cubicBezTo>
                    <a:pt x="4933092" y="3775120"/>
                    <a:pt x="4941231" y="3730469"/>
                    <a:pt x="4948230" y="3685744"/>
                  </a:cubicBezTo>
                  <a:cubicBezTo>
                    <a:pt x="4953579" y="3640694"/>
                    <a:pt x="4958249" y="3595577"/>
                    <a:pt x="4962782" y="3550540"/>
                  </a:cubicBezTo>
                  <a:cubicBezTo>
                    <a:pt x="4976580" y="3369692"/>
                    <a:pt x="4965812" y="3187942"/>
                    <a:pt x="4939468" y="3010249"/>
                  </a:cubicBezTo>
                  <a:cubicBezTo>
                    <a:pt x="4912965" y="2832281"/>
                    <a:pt x="4870237" y="2658196"/>
                    <a:pt x="4816901" y="2488224"/>
                  </a:cubicBezTo>
                  <a:cubicBezTo>
                    <a:pt x="4810197" y="2466954"/>
                    <a:pt x="4803984" y="2445582"/>
                    <a:pt x="4797005" y="2424470"/>
                  </a:cubicBezTo>
                  <a:cubicBezTo>
                    <a:pt x="4789399" y="2403537"/>
                    <a:pt x="4781686" y="2382574"/>
                    <a:pt x="4774433" y="2361620"/>
                  </a:cubicBezTo>
                  <a:lnTo>
                    <a:pt x="4752459" y="2298700"/>
                  </a:lnTo>
                  <a:lnTo>
                    <a:pt x="4728083" y="2236526"/>
                  </a:lnTo>
                  <a:cubicBezTo>
                    <a:pt x="4719957" y="2215802"/>
                    <a:pt x="4712352" y="2194869"/>
                    <a:pt x="4704471" y="2174095"/>
                  </a:cubicBezTo>
                  <a:lnTo>
                    <a:pt x="4678399" y="2112626"/>
                  </a:lnTo>
                  <a:lnTo>
                    <a:pt x="4652601" y="2050999"/>
                  </a:lnTo>
                  <a:cubicBezTo>
                    <a:pt x="4643711" y="2030533"/>
                    <a:pt x="4633616" y="2010672"/>
                    <a:pt x="4624205" y="1990415"/>
                  </a:cubicBezTo>
                  <a:lnTo>
                    <a:pt x="4595398" y="1930069"/>
                  </a:lnTo>
                  <a:cubicBezTo>
                    <a:pt x="4585714" y="1909969"/>
                    <a:pt x="4574413" y="1890713"/>
                    <a:pt x="4563827" y="1870952"/>
                  </a:cubicBezTo>
                  <a:lnTo>
                    <a:pt x="4531433" y="1812311"/>
                  </a:lnTo>
                  <a:lnTo>
                    <a:pt x="4523315" y="1797616"/>
                  </a:lnTo>
                  <a:lnTo>
                    <a:pt x="4514482" y="1783425"/>
                  </a:lnTo>
                  <a:lnTo>
                    <a:pt x="4496845" y="1754936"/>
                  </a:lnTo>
                  <a:lnTo>
                    <a:pt x="4461463" y="1697929"/>
                  </a:lnTo>
                  <a:lnTo>
                    <a:pt x="4452660" y="1683629"/>
                  </a:lnTo>
                  <a:lnTo>
                    <a:pt x="4443141" y="1669834"/>
                  </a:lnTo>
                  <a:lnTo>
                    <a:pt x="4424241" y="1642166"/>
                  </a:lnTo>
                  <a:cubicBezTo>
                    <a:pt x="4399005" y="1605265"/>
                    <a:pt x="4374512" y="1567751"/>
                    <a:pt x="4346886" y="1532412"/>
                  </a:cubicBezTo>
                  <a:cubicBezTo>
                    <a:pt x="4240477" y="1388328"/>
                    <a:pt x="4120362" y="1253437"/>
                    <a:pt x="3985497" y="1134649"/>
                  </a:cubicBezTo>
                  <a:cubicBezTo>
                    <a:pt x="3850799" y="1015675"/>
                    <a:pt x="3702920" y="911715"/>
                    <a:pt x="3545665" y="825877"/>
                  </a:cubicBezTo>
                  <a:lnTo>
                    <a:pt x="3486190" y="794756"/>
                  </a:lnTo>
                  <a:cubicBezTo>
                    <a:pt x="3466181" y="784640"/>
                    <a:pt x="3446893" y="773560"/>
                    <a:pt x="3426182" y="764765"/>
                  </a:cubicBezTo>
                  <a:lnTo>
                    <a:pt x="3365044" y="737255"/>
                  </a:lnTo>
                  <a:lnTo>
                    <a:pt x="3334529" y="723514"/>
                  </a:lnTo>
                  <a:cubicBezTo>
                    <a:pt x="3324394" y="718943"/>
                    <a:pt x="3314287" y="714265"/>
                    <a:pt x="3303733" y="710395"/>
                  </a:cubicBezTo>
                  <a:cubicBezTo>
                    <a:pt x="3262013" y="694346"/>
                    <a:pt x="3220711" y="677599"/>
                    <a:pt x="3179033" y="662259"/>
                  </a:cubicBezTo>
                  <a:lnTo>
                    <a:pt x="3052408" y="620447"/>
                  </a:lnTo>
                  <a:lnTo>
                    <a:pt x="2924325" y="584505"/>
                  </a:lnTo>
                  <a:cubicBezTo>
                    <a:pt x="2903106" y="578471"/>
                    <a:pt x="2881119" y="574434"/>
                    <a:pt x="2859667" y="569266"/>
                  </a:cubicBezTo>
                  <a:lnTo>
                    <a:pt x="2795226" y="554085"/>
                  </a:lnTo>
                  <a:cubicBezTo>
                    <a:pt x="2774078" y="548652"/>
                    <a:pt x="2751709" y="544744"/>
                    <a:pt x="2729702" y="540354"/>
                  </a:cubicBezTo>
                  <a:lnTo>
                    <a:pt x="2663758" y="527322"/>
                  </a:lnTo>
                  <a:lnTo>
                    <a:pt x="2630927" y="520495"/>
                  </a:lnTo>
                  <a:lnTo>
                    <a:pt x="2597965" y="515024"/>
                  </a:lnTo>
                  <a:cubicBezTo>
                    <a:pt x="2575970" y="511449"/>
                    <a:pt x="2554112" y="507795"/>
                    <a:pt x="2532205" y="503895"/>
                  </a:cubicBezTo>
                  <a:cubicBezTo>
                    <a:pt x="2357016" y="475037"/>
                    <a:pt x="2182954" y="456682"/>
                    <a:pt x="2010064" y="452552"/>
                  </a:cubicBezTo>
                  <a:cubicBezTo>
                    <a:pt x="1837255" y="448558"/>
                    <a:pt x="1665388" y="457916"/>
                    <a:pt x="1494552" y="485055"/>
                  </a:cubicBezTo>
                  <a:cubicBezTo>
                    <a:pt x="1452133" y="492816"/>
                    <a:pt x="1409569" y="501117"/>
                    <a:pt x="1366896" y="509389"/>
                  </a:cubicBezTo>
                  <a:cubicBezTo>
                    <a:pt x="1324862" y="520035"/>
                    <a:pt x="1282333" y="529505"/>
                    <a:pt x="1240175" y="541045"/>
                  </a:cubicBezTo>
                  <a:lnTo>
                    <a:pt x="1177438" y="560170"/>
                  </a:lnTo>
                  <a:lnTo>
                    <a:pt x="1145987" y="569826"/>
                  </a:lnTo>
                  <a:lnTo>
                    <a:pt x="1130315" y="574669"/>
                  </a:lnTo>
                  <a:lnTo>
                    <a:pt x="1114873" y="580384"/>
                  </a:lnTo>
                  <a:lnTo>
                    <a:pt x="1052839" y="602943"/>
                  </a:lnTo>
                  <a:cubicBezTo>
                    <a:pt x="1032151" y="610499"/>
                    <a:pt x="1011255" y="617535"/>
                    <a:pt x="991135" y="626866"/>
                  </a:cubicBezTo>
                  <a:lnTo>
                    <a:pt x="930179" y="653191"/>
                  </a:lnTo>
                  <a:cubicBezTo>
                    <a:pt x="909850" y="662002"/>
                    <a:pt x="889443" y="670676"/>
                    <a:pt x="869768" y="680937"/>
                  </a:cubicBezTo>
                  <a:lnTo>
                    <a:pt x="810085" y="710734"/>
                  </a:lnTo>
                  <a:cubicBezTo>
                    <a:pt x="790331" y="720859"/>
                    <a:pt x="770124" y="730514"/>
                    <a:pt x="751220" y="741794"/>
                  </a:cubicBezTo>
                  <a:cubicBezTo>
                    <a:pt x="673929" y="784955"/>
                    <a:pt x="598827" y="830326"/>
                    <a:pt x="532669" y="881688"/>
                  </a:cubicBezTo>
                  <a:cubicBezTo>
                    <a:pt x="464226" y="931625"/>
                    <a:pt x="406969" y="988270"/>
                    <a:pt x="354185" y="1050286"/>
                  </a:cubicBezTo>
                  <a:lnTo>
                    <a:pt x="315980" y="1098125"/>
                  </a:lnTo>
                  <a:lnTo>
                    <a:pt x="280345" y="1149782"/>
                  </a:lnTo>
                  <a:cubicBezTo>
                    <a:pt x="268144" y="1166335"/>
                    <a:pt x="257438" y="1185955"/>
                    <a:pt x="245890" y="1203959"/>
                  </a:cubicBezTo>
                  <a:cubicBezTo>
                    <a:pt x="234552" y="1222481"/>
                    <a:pt x="223171" y="1240298"/>
                    <a:pt x="212162" y="1260184"/>
                  </a:cubicBezTo>
                  <a:cubicBezTo>
                    <a:pt x="168299" y="1337574"/>
                    <a:pt x="125055" y="1419360"/>
                    <a:pt x="80716" y="1502476"/>
                  </a:cubicBezTo>
                  <a:lnTo>
                    <a:pt x="0" y="1648841"/>
                  </a:lnTo>
                  <a:lnTo>
                    <a:pt x="0" y="954863"/>
                  </a:lnTo>
                  <a:lnTo>
                    <a:pt x="43491" y="895513"/>
                  </a:lnTo>
                  <a:cubicBezTo>
                    <a:pt x="59888" y="874984"/>
                    <a:pt x="77014" y="854766"/>
                    <a:pt x="93923" y="834489"/>
                  </a:cubicBezTo>
                  <a:cubicBezTo>
                    <a:pt x="163245" y="754880"/>
                    <a:pt x="240806" y="679565"/>
                    <a:pt x="323465" y="617671"/>
                  </a:cubicBezTo>
                  <a:cubicBezTo>
                    <a:pt x="405002" y="553042"/>
                    <a:pt x="490132" y="499230"/>
                    <a:pt x="574777" y="446794"/>
                  </a:cubicBezTo>
                  <a:cubicBezTo>
                    <a:pt x="595733" y="433050"/>
                    <a:pt x="617442" y="421248"/>
                    <a:pt x="638943" y="408925"/>
                  </a:cubicBezTo>
                  <a:lnTo>
                    <a:pt x="703505" y="371742"/>
                  </a:lnTo>
                  <a:cubicBezTo>
                    <a:pt x="724798" y="358900"/>
                    <a:pt x="747120" y="347842"/>
                    <a:pt x="769262" y="336154"/>
                  </a:cubicBezTo>
                  <a:lnTo>
                    <a:pt x="835552" y="301173"/>
                  </a:lnTo>
                  <a:cubicBezTo>
                    <a:pt x="857427" y="289183"/>
                    <a:pt x="880470" y="278896"/>
                    <a:pt x="902979" y="268004"/>
                  </a:cubicBezTo>
                  <a:lnTo>
                    <a:pt x="971127" y="235607"/>
                  </a:lnTo>
                  <a:lnTo>
                    <a:pt x="988238" y="227556"/>
                  </a:lnTo>
                  <a:lnTo>
                    <a:pt x="1005744" y="220191"/>
                  </a:lnTo>
                  <a:lnTo>
                    <a:pt x="1040729" y="205569"/>
                  </a:lnTo>
                  <a:lnTo>
                    <a:pt x="1110835" y="176248"/>
                  </a:lnTo>
                  <a:cubicBezTo>
                    <a:pt x="1157999" y="157703"/>
                    <a:pt x="1206322" y="141323"/>
                    <a:pt x="1254256" y="123796"/>
                  </a:cubicBezTo>
                  <a:cubicBezTo>
                    <a:pt x="1302938" y="108671"/>
                    <a:pt x="1352074" y="94017"/>
                    <a:pt x="1401310" y="79852"/>
                  </a:cubicBezTo>
                  <a:cubicBezTo>
                    <a:pt x="1599497" y="26774"/>
                    <a:pt x="1806373" y="-329"/>
                    <a:pt x="2011811" y="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Shape 15">
              <a:extLst>
                <a:ext uri="{FF2B5EF4-FFF2-40B4-BE49-F238E27FC236}">
                  <a16:creationId xmlns:a16="http://schemas.microsoft.com/office/drawing/2014/main" id="{06AC5DCC-C3CC-4FD5-AD4E-13A1BE5F7F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297400"/>
              <a:ext cx="5215811" cy="6107388"/>
            </a:xfrm>
            <a:custGeom>
              <a:avLst/>
              <a:gdLst>
                <a:gd name="connsiteX0" fmla="*/ 1869139 w 5215811"/>
                <a:gd name="connsiteY0" fmla="*/ 9 h 6107388"/>
                <a:gd name="connsiteX1" fmla="*/ 2791149 w 5215811"/>
                <a:gd name="connsiteY1" fmla="*/ 130229 h 6107388"/>
                <a:gd name="connsiteX2" fmla="*/ 4760307 w 5215811"/>
                <a:gd name="connsiteY2" fmla="*/ 1608408 h 6107388"/>
                <a:gd name="connsiteX3" fmla="*/ 5108574 w 5215811"/>
                <a:gd name="connsiteY3" fmla="*/ 4050383 h 6107388"/>
                <a:gd name="connsiteX4" fmla="*/ 3434916 w 5215811"/>
                <a:gd name="connsiteY4" fmla="*/ 5503134 h 6107388"/>
                <a:gd name="connsiteX5" fmla="*/ 1137841 w 5215811"/>
                <a:gd name="connsiteY5" fmla="*/ 6033968 h 6107388"/>
                <a:gd name="connsiteX6" fmla="*/ 217555 w 5215811"/>
                <a:gd name="connsiteY6" fmla="*/ 5598945 h 6107388"/>
                <a:gd name="connsiteX7" fmla="*/ 0 w 5215811"/>
                <a:gd name="connsiteY7" fmla="*/ 5419622 h 6107388"/>
                <a:gd name="connsiteX8" fmla="*/ 0 w 5215811"/>
                <a:gd name="connsiteY8" fmla="*/ 4571683 h 6107388"/>
                <a:gd name="connsiteX9" fmla="*/ 18056 w 5215811"/>
                <a:gd name="connsiteY9" fmla="*/ 4599282 h 6107388"/>
                <a:gd name="connsiteX10" fmla="*/ 358324 w 5215811"/>
                <a:gd name="connsiteY10" fmla="*/ 4988154 h 6107388"/>
                <a:gd name="connsiteX11" fmla="*/ 1282741 w 5215811"/>
                <a:gd name="connsiteY11" fmla="*/ 5493193 h 6107388"/>
                <a:gd name="connsiteX12" fmla="*/ 2172794 w 5215811"/>
                <a:gd name="connsiteY12" fmla="*/ 5470630 h 6107388"/>
                <a:gd name="connsiteX13" fmla="*/ 3146893 w 5215811"/>
                <a:gd name="connsiteY13" fmla="*/ 5016296 h 6107388"/>
                <a:gd name="connsiteX14" fmla="*/ 3574114 w 5215811"/>
                <a:gd name="connsiteY14" fmla="*/ 4791124 h 6107388"/>
                <a:gd name="connsiteX15" fmla="*/ 4244948 w 5215811"/>
                <a:gd name="connsiteY15" fmla="*/ 4392664 h 6107388"/>
                <a:gd name="connsiteX16" fmla="*/ 4556385 w 5215811"/>
                <a:gd name="connsiteY16" fmla="*/ 3902656 h 6107388"/>
                <a:gd name="connsiteX17" fmla="*/ 4616354 w 5215811"/>
                <a:gd name="connsiteY17" fmla="*/ 2851680 h 6107388"/>
                <a:gd name="connsiteX18" fmla="*/ 4269266 w 5215811"/>
                <a:gd name="connsiteY18" fmla="*/ 1889625 h 6107388"/>
                <a:gd name="connsiteX19" fmla="*/ 2645976 w 5215811"/>
                <a:gd name="connsiteY19" fmla="*/ 671162 h 6107388"/>
                <a:gd name="connsiteX20" fmla="*/ 1648930 w 5215811"/>
                <a:gd name="connsiteY20" fmla="*/ 573017 h 6107388"/>
                <a:gd name="connsiteX21" fmla="*/ 771768 w 5215811"/>
                <a:gd name="connsiteY21" fmla="*/ 865882 h 6107388"/>
                <a:gd name="connsiteX22" fmla="*/ 433617 w 5215811"/>
                <a:gd name="connsiteY22" fmla="*/ 1119441 h 6107388"/>
                <a:gd name="connsiteX23" fmla="*/ 200571 w 5215811"/>
                <a:gd name="connsiteY23" fmla="*/ 1486480 h 6107388"/>
                <a:gd name="connsiteX24" fmla="*/ 47077 w 5215811"/>
                <a:gd name="connsiteY24" fmla="*/ 1753604 h 6107388"/>
                <a:gd name="connsiteX25" fmla="*/ 0 w 5215811"/>
                <a:gd name="connsiteY25" fmla="*/ 1831655 h 6107388"/>
                <a:gd name="connsiteX26" fmla="*/ 0 w 5215811"/>
                <a:gd name="connsiteY26" fmla="*/ 751112 h 6107388"/>
                <a:gd name="connsiteX27" fmla="*/ 6994 w 5215811"/>
                <a:gd name="connsiteY27" fmla="*/ 742614 h 6107388"/>
                <a:gd name="connsiteX28" fmla="*/ 484047 w 5215811"/>
                <a:gd name="connsiteY28" fmla="*/ 378777 h 6107388"/>
                <a:gd name="connsiteX29" fmla="*/ 1869139 w 5215811"/>
                <a:gd name="connsiteY29" fmla="*/ 9 h 6107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5811" h="6107388">
                  <a:moveTo>
                    <a:pt x="1869139" y="9"/>
                  </a:moveTo>
                  <a:cubicBezTo>
                    <a:pt x="2160924" y="-706"/>
                    <a:pt x="2465752" y="43039"/>
                    <a:pt x="2791149" y="130229"/>
                  </a:cubicBezTo>
                  <a:cubicBezTo>
                    <a:pt x="3651198" y="360678"/>
                    <a:pt x="4339884" y="907924"/>
                    <a:pt x="4760307" y="1608408"/>
                  </a:cubicBezTo>
                  <a:cubicBezTo>
                    <a:pt x="5188180" y="2321320"/>
                    <a:pt x="5338357" y="3192822"/>
                    <a:pt x="5108574" y="4050383"/>
                  </a:cubicBezTo>
                  <a:cubicBezTo>
                    <a:pt x="4880820" y="4900373"/>
                    <a:pt x="4152841" y="5098512"/>
                    <a:pt x="3434916" y="5503134"/>
                  </a:cubicBezTo>
                  <a:cubicBezTo>
                    <a:pt x="2717099" y="5907783"/>
                    <a:pt x="2005568" y="6266474"/>
                    <a:pt x="1137841" y="6033968"/>
                  </a:cubicBezTo>
                  <a:cubicBezTo>
                    <a:pt x="783079" y="5938910"/>
                    <a:pt x="479573" y="5790114"/>
                    <a:pt x="217555" y="5598945"/>
                  </a:cubicBezTo>
                  <a:lnTo>
                    <a:pt x="0" y="5419622"/>
                  </a:lnTo>
                  <a:lnTo>
                    <a:pt x="0" y="4571683"/>
                  </a:lnTo>
                  <a:lnTo>
                    <a:pt x="18056" y="4599282"/>
                  </a:lnTo>
                  <a:cubicBezTo>
                    <a:pt x="124071" y="4746782"/>
                    <a:pt x="237002" y="4875718"/>
                    <a:pt x="358324" y="4988154"/>
                  </a:cubicBezTo>
                  <a:cubicBezTo>
                    <a:pt x="621323" y="5231809"/>
                    <a:pt x="923667" y="5396979"/>
                    <a:pt x="1282741" y="5493193"/>
                  </a:cubicBezTo>
                  <a:cubicBezTo>
                    <a:pt x="1573894" y="5571207"/>
                    <a:pt x="1856732" y="5563878"/>
                    <a:pt x="2172794" y="5470630"/>
                  </a:cubicBezTo>
                  <a:cubicBezTo>
                    <a:pt x="2498985" y="5374183"/>
                    <a:pt x="2832844" y="5193315"/>
                    <a:pt x="3146893" y="5016296"/>
                  </a:cubicBezTo>
                  <a:cubicBezTo>
                    <a:pt x="3293538" y="4933641"/>
                    <a:pt x="3436182" y="4861160"/>
                    <a:pt x="3574114" y="4791124"/>
                  </a:cubicBezTo>
                  <a:cubicBezTo>
                    <a:pt x="3841238" y="4655550"/>
                    <a:pt x="4071901" y="4538375"/>
                    <a:pt x="4244948" y="4392664"/>
                  </a:cubicBezTo>
                  <a:cubicBezTo>
                    <a:pt x="4405844" y="4257259"/>
                    <a:pt x="4501845" y="4106204"/>
                    <a:pt x="4556385" y="3902656"/>
                  </a:cubicBezTo>
                  <a:cubicBezTo>
                    <a:pt x="4649063" y="3556776"/>
                    <a:pt x="4669271" y="3203187"/>
                    <a:pt x="4616354" y="2851680"/>
                  </a:cubicBezTo>
                  <a:cubicBezTo>
                    <a:pt x="4565198" y="2511774"/>
                    <a:pt x="4448474" y="2188147"/>
                    <a:pt x="4269266" y="1889625"/>
                  </a:cubicBezTo>
                  <a:cubicBezTo>
                    <a:pt x="3907781" y="1287586"/>
                    <a:pt x="3331245" y="854780"/>
                    <a:pt x="2645976" y="671162"/>
                  </a:cubicBezTo>
                  <a:cubicBezTo>
                    <a:pt x="2278249" y="572630"/>
                    <a:pt x="1952074" y="540526"/>
                    <a:pt x="1648930" y="573017"/>
                  </a:cubicBezTo>
                  <a:cubicBezTo>
                    <a:pt x="1351746" y="604901"/>
                    <a:pt x="1064785" y="700731"/>
                    <a:pt x="771768" y="865882"/>
                  </a:cubicBezTo>
                  <a:cubicBezTo>
                    <a:pt x="568061" y="980657"/>
                    <a:pt x="486465" y="1058486"/>
                    <a:pt x="433617" y="1119441"/>
                  </a:cubicBezTo>
                  <a:cubicBezTo>
                    <a:pt x="358307" y="1206256"/>
                    <a:pt x="292149" y="1323808"/>
                    <a:pt x="200571" y="1486480"/>
                  </a:cubicBezTo>
                  <a:cubicBezTo>
                    <a:pt x="156644" y="1564432"/>
                    <a:pt x="106654" y="1653214"/>
                    <a:pt x="47077" y="1753604"/>
                  </a:cubicBezTo>
                  <a:lnTo>
                    <a:pt x="0" y="1831655"/>
                  </a:lnTo>
                  <a:lnTo>
                    <a:pt x="0" y="751112"/>
                  </a:lnTo>
                  <a:lnTo>
                    <a:pt x="6994" y="742614"/>
                  </a:lnTo>
                  <a:cubicBezTo>
                    <a:pt x="117721" y="617683"/>
                    <a:pt x="259696" y="505222"/>
                    <a:pt x="484047" y="378777"/>
                  </a:cubicBezTo>
                  <a:cubicBezTo>
                    <a:pt x="932751" y="125890"/>
                    <a:pt x="1382831" y="1200"/>
                    <a:pt x="1869139" y="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7" name="Freeform: Shape 16">
              <a:extLst>
                <a:ext uri="{FF2B5EF4-FFF2-40B4-BE49-F238E27FC236}">
                  <a16:creationId xmlns:a16="http://schemas.microsoft.com/office/drawing/2014/main" id="{4BBCC2F4-EFA7-4AF4-B538-AC4022D90F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319367"/>
              <a:ext cx="5217956" cy="6100079"/>
            </a:xfrm>
            <a:custGeom>
              <a:avLst/>
              <a:gdLst>
                <a:gd name="connsiteX0" fmla="*/ 1951393 w 5217956"/>
                <a:gd name="connsiteY0" fmla="*/ 82 h 6100079"/>
                <a:gd name="connsiteX1" fmla="*/ 2855177 w 5217956"/>
                <a:gd name="connsiteY1" fmla="*/ 125419 h 6100079"/>
                <a:gd name="connsiteX2" fmla="*/ 4779341 w 5217956"/>
                <a:gd name="connsiteY2" fmla="*/ 1591542 h 6100079"/>
                <a:gd name="connsiteX3" fmla="*/ 5108573 w 5217956"/>
                <a:gd name="connsiteY3" fmla="*/ 4028416 h 6100079"/>
                <a:gd name="connsiteX4" fmla="*/ 3459358 w 5217956"/>
                <a:gd name="connsiteY4" fmla="*/ 5487716 h 6100079"/>
                <a:gd name="connsiteX5" fmla="*/ 1203274 w 5217956"/>
                <a:gd name="connsiteY5" fmla="*/ 6029534 h 6100079"/>
                <a:gd name="connsiteX6" fmla="*/ 59920 w 5217956"/>
                <a:gd name="connsiteY6" fmla="*/ 5396467 h 6100079"/>
                <a:gd name="connsiteX7" fmla="*/ 0 w 5217956"/>
                <a:gd name="connsiteY7" fmla="*/ 5333382 h 6100079"/>
                <a:gd name="connsiteX8" fmla="*/ 0 w 5217956"/>
                <a:gd name="connsiteY8" fmla="*/ 4205833 h 6100079"/>
                <a:gd name="connsiteX9" fmla="*/ 58036 w 5217956"/>
                <a:gd name="connsiteY9" fmla="*/ 4310048 h 6100079"/>
                <a:gd name="connsiteX10" fmla="*/ 520779 w 5217956"/>
                <a:gd name="connsiteY10" fmla="*/ 4907591 h 6100079"/>
                <a:gd name="connsiteX11" fmla="*/ 1377154 w 5217956"/>
                <a:gd name="connsiteY11" fmla="*/ 5380604 h 6100079"/>
                <a:gd name="connsiteX12" fmla="*/ 3123340 w 5217956"/>
                <a:gd name="connsiteY12" fmla="*/ 4905715 h 6100079"/>
                <a:gd name="connsiteX13" fmla="*/ 3547863 w 5217956"/>
                <a:gd name="connsiteY13" fmla="*/ 4676342 h 6100079"/>
                <a:gd name="connsiteX14" fmla="*/ 4186753 w 5217956"/>
                <a:gd name="connsiteY14" fmla="*/ 4289376 h 6100079"/>
                <a:gd name="connsiteX15" fmla="*/ 4459565 w 5217956"/>
                <a:gd name="connsiteY15" fmla="*/ 3854399 h 6100079"/>
                <a:gd name="connsiteX16" fmla="*/ 4521015 w 5217956"/>
                <a:gd name="connsiteY16" fmla="*/ 2849377 h 6100079"/>
                <a:gd name="connsiteX17" fmla="*/ 4199723 w 5217956"/>
                <a:gd name="connsiteY17" fmla="*/ 1931213 h 6100079"/>
                <a:gd name="connsiteX18" fmla="*/ 2681217 w 5217956"/>
                <a:gd name="connsiteY18" fmla="*/ 774211 h 6100079"/>
                <a:gd name="connsiteX19" fmla="*/ 926547 w 5217956"/>
                <a:gd name="connsiteY19" fmla="*/ 967112 h 6100079"/>
                <a:gd name="connsiteX20" fmla="*/ 622677 w 5217956"/>
                <a:gd name="connsiteY20" fmla="*/ 1197863 h 6100079"/>
                <a:gd name="connsiteX21" fmla="*/ 404892 w 5217956"/>
                <a:gd name="connsiteY21" fmla="*/ 1547314 h 6100079"/>
                <a:gd name="connsiteX22" fmla="*/ 40135 w 5217956"/>
                <a:gd name="connsiteY22" fmla="*/ 2159090 h 6100079"/>
                <a:gd name="connsiteX23" fmla="*/ 0 w 5217956"/>
                <a:gd name="connsiteY23" fmla="*/ 2219367 h 6100079"/>
                <a:gd name="connsiteX24" fmla="*/ 0 w 5217956"/>
                <a:gd name="connsiteY24" fmla="*/ 915659 h 6100079"/>
                <a:gd name="connsiteX25" fmla="*/ 58609 w 5217956"/>
                <a:gd name="connsiteY25" fmla="*/ 828051 h 6100079"/>
                <a:gd name="connsiteX26" fmla="*/ 590688 w 5217956"/>
                <a:gd name="connsiteY26" fmla="*/ 385385 h 6100079"/>
                <a:gd name="connsiteX27" fmla="*/ 1951393 w 5217956"/>
                <a:gd name="connsiteY27"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217956" h="6100079">
                  <a:moveTo>
                    <a:pt x="1951393" y="82"/>
                  </a:moveTo>
                  <a:cubicBezTo>
                    <a:pt x="2237631" y="-2119"/>
                    <a:pt x="2536431" y="40011"/>
                    <a:pt x="2855177" y="125419"/>
                  </a:cubicBezTo>
                  <a:cubicBezTo>
                    <a:pt x="3697704" y="351173"/>
                    <a:pt x="4370490" y="894159"/>
                    <a:pt x="4779341" y="1591542"/>
                  </a:cubicBezTo>
                  <a:cubicBezTo>
                    <a:pt x="5195534" y="2301324"/>
                    <a:pt x="5338356" y="3170855"/>
                    <a:pt x="5108573" y="4028416"/>
                  </a:cubicBezTo>
                  <a:cubicBezTo>
                    <a:pt x="4880819" y="4878406"/>
                    <a:pt x="4165603" y="5079965"/>
                    <a:pt x="3459358" y="5487716"/>
                  </a:cubicBezTo>
                  <a:cubicBezTo>
                    <a:pt x="2753114" y="5895466"/>
                    <a:pt x="2053264" y="6257288"/>
                    <a:pt x="1203274" y="6029534"/>
                  </a:cubicBezTo>
                  <a:cubicBezTo>
                    <a:pt x="739884" y="5905369"/>
                    <a:pt x="366399" y="5685345"/>
                    <a:pt x="59920" y="5396467"/>
                  </a:cubicBezTo>
                  <a:lnTo>
                    <a:pt x="0" y="5333382"/>
                  </a:lnTo>
                  <a:lnTo>
                    <a:pt x="0" y="4205833"/>
                  </a:lnTo>
                  <a:lnTo>
                    <a:pt x="58036" y="4310048"/>
                  </a:lnTo>
                  <a:cubicBezTo>
                    <a:pt x="197935" y="4550245"/>
                    <a:pt x="350594" y="4747142"/>
                    <a:pt x="520779" y="4907591"/>
                  </a:cubicBezTo>
                  <a:cubicBezTo>
                    <a:pt x="763600" y="5136565"/>
                    <a:pt x="1043821" y="5291288"/>
                    <a:pt x="1377154" y="5380604"/>
                  </a:cubicBezTo>
                  <a:cubicBezTo>
                    <a:pt x="1963029" y="5537589"/>
                    <a:pt x="2470519" y="5282804"/>
                    <a:pt x="3123340" y="4905715"/>
                  </a:cubicBezTo>
                  <a:cubicBezTo>
                    <a:pt x="3269800" y="4821157"/>
                    <a:pt x="3411134" y="4747512"/>
                    <a:pt x="3547863" y="4676342"/>
                  </a:cubicBezTo>
                  <a:cubicBezTo>
                    <a:pt x="3804497" y="4542710"/>
                    <a:pt x="4026085" y="4427393"/>
                    <a:pt x="4186753" y="4289376"/>
                  </a:cubicBezTo>
                  <a:cubicBezTo>
                    <a:pt x="4329009" y="4167293"/>
                    <a:pt x="4410589" y="4037181"/>
                    <a:pt x="4459565" y="3854399"/>
                  </a:cubicBezTo>
                  <a:cubicBezTo>
                    <a:pt x="4548302" y="3523229"/>
                    <a:pt x="4568981" y="3185183"/>
                    <a:pt x="4521015" y="2849377"/>
                  </a:cubicBezTo>
                  <a:cubicBezTo>
                    <a:pt x="4474709" y="2524680"/>
                    <a:pt x="4366564" y="2215756"/>
                    <a:pt x="4199723" y="1931213"/>
                  </a:cubicBezTo>
                  <a:cubicBezTo>
                    <a:pt x="3863270" y="1357325"/>
                    <a:pt x="3323982" y="946439"/>
                    <a:pt x="2681217" y="774211"/>
                  </a:cubicBezTo>
                  <a:cubicBezTo>
                    <a:pt x="2001139" y="591984"/>
                    <a:pt x="1476322" y="649699"/>
                    <a:pt x="926547" y="967112"/>
                  </a:cubicBezTo>
                  <a:cubicBezTo>
                    <a:pt x="740730" y="1074393"/>
                    <a:pt x="668642" y="1143989"/>
                    <a:pt x="622677" y="1197863"/>
                  </a:cubicBezTo>
                  <a:cubicBezTo>
                    <a:pt x="555599" y="1276450"/>
                    <a:pt x="492360" y="1390031"/>
                    <a:pt x="404892" y="1547314"/>
                  </a:cubicBezTo>
                  <a:cubicBezTo>
                    <a:pt x="317047" y="1705133"/>
                    <a:pt x="204816" y="1906756"/>
                    <a:pt x="40135" y="2159090"/>
                  </a:cubicBezTo>
                  <a:lnTo>
                    <a:pt x="0" y="2219367"/>
                  </a:lnTo>
                  <a:lnTo>
                    <a:pt x="0" y="915659"/>
                  </a:lnTo>
                  <a:lnTo>
                    <a:pt x="58609" y="828051"/>
                  </a:lnTo>
                  <a:cubicBezTo>
                    <a:pt x="177453" y="670481"/>
                    <a:pt x="325846" y="538291"/>
                    <a:pt x="590688" y="385385"/>
                  </a:cubicBezTo>
                  <a:cubicBezTo>
                    <a:pt x="1032158" y="130559"/>
                    <a:pt x="1474329" y="3750"/>
                    <a:pt x="1951393"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8" name="Freeform: Shape 17">
              <a:extLst>
                <a:ext uri="{FF2B5EF4-FFF2-40B4-BE49-F238E27FC236}">
                  <a16:creationId xmlns:a16="http://schemas.microsoft.com/office/drawing/2014/main" id="{2A9D1364-B6A3-44CB-9FBA-C528F0CE90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319367"/>
              <a:ext cx="5217957" cy="6100079"/>
            </a:xfrm>
            <a:custGeom>
              <a:avLst/>
              <a:gdLst>
                <a:gd name="connsiteX0" fmla="*/ 1951394 w 5217957"/>
                <a:gd name="connsiteY0" fmla="*/ 82 h 6100079"/>
                <a:gd name="connsiteX1" fmla="*/ 2855178 w 5217957"/>
                <a:gd name="connsiteY1" fmla="*/ 125419 h 6100079"/>
                <a:gd name="connsiteX2" fmla="*/ 4779341 w 5217957"/>
                <a:gd name="connsiteY2" fmla="*/ 1591542 h 6100079"/>
                <a:gd name="connsiteX3" fmla="*/ 5108574 w 5217957"/>
                <a:gd name="connsiteY3" fmla="*/ 4028416 h 6100079"/>
                <a:gd name="connsiteX4" fmla="*/ 3459359 w 5217957"/>
                <a:gd name="connsiteY4" fmla="*/ 5487716 h 6100079"/>
                <a:gd name="connsiteX5" fmla="*/ 1203275 w 5217957"/>
                <a:gd name="connsiteY5" fmla="*/ 6029534 h 6100079"/>
                <a:gd name="connsiteX6" fmla="*/ 59921 w 5217957"/>
                <a:gd name="connsiteY6" fmla="*/ 5396467 h 6100079"/>
                <a:gd name="connsiteX7" fmla="*/ 0 w 5217957"/>
                <a:gd name="connsiteY7" fmla="*/ 5333381 h 6100079"/>
                <a:gd name="connsiteX8" fmla="*/ 0 w 5217957"/>
                <a:gd name="connsiteY8" fmla="*/ 4427327 h 6100079"/>
                <a:gd name="connsiteX9" fmla="*/ 112056 w 5217957"/>
                <a:gd name="connsiteY9" fmla="*/ 4602502 h 6100079"/>
                <a:gd name="connsiteX10" fmla="*/ 443875 w 5217957"/>
                <a:gd name="connsiteY10" fmla="*/ 4989110 h 6100079"/>
                <a:gd name="connsiteX11" fmla="*/ 1348175 w 5217957"/>
                <a:gd name="connsiteY11" fmla="*/ 5488759 h 6100079"/>
                <a:gd name="connsiteX12" fmla="*/ 2221463 w 5217957"/>
                <a:gd name="connsiteY12" fmla="*/ 5461704 h 6100079"/>
                <a:gd name="connsiteX13" fmla="*/ 3179339 w 5217957"/>
                <a:gd name="connsiteY13" fmla="*/ 5003023 h 6100079"/>
                <a:gd name="connsiteX14" fmla="*/ 3599638 w 5217957"/>
                <a:gd name="connsiteY14" fmla="*/ 4775996 h 6100079"/>
                <a:gd name="connsiteX15" fmla="*/ 4259765 w 5217957"/>
                <a:gd name="connsiteY15" fmla="*/ 4374667 h 6100079"/>
                <a:gd name="connsiteX16" fmla="*/ 4567742 w 5217957"/>
                <a:gd name="connsiteY16" fmla="*/ 3883732 h 6100079"/>
                <a:gd name="connsiteX17" fmla="*/ 4631929 w 5217957"/>
                <a:gd name="connsiteY17" fmla="*/ 2833886 h 6100079"/>
                <a:gd name="connsiteX18" fmla="*/ 4296412 w 5217957"/>
                <a:gd name="connsiteY18" fmla="*/ 1874932 h 6100079"/>
                <a:gd name="connsiteX19" fmla="*/ 2710219 w 5217957"/>
                <a:gd name="connsiteY19" fmla="*/ 666410 h 6100079"/>
                <a:gd name="connsiteX20" fmla="*/ 1732642 w 5217957"/>
                <a:gd name="connsiteY20" fmla="*/ 573480 h 6100079"/>
                <a:gd name="connsiteX21" fmla="*/ 870621 w 5217957"/>
                <a:gd name="connsiteY21" fmla="*/ 870402 h 6100079"/>
                <a:gd name="connsiteX22" fmla="*/ 537555 w 5217957"/>
                <a:gd name="connsiteY22" fmla="*/ 1125324 h 6100079"/>
                <a:gd name="connsiteX23" fmla="*/ 306995 w 5217957"/>
                <a:gd name="connsiteY23" fmla="*/ 1493030 h 6100079"/>
                <a:gd name="connsiteX24" fmla="*/ 23579 w 5217957"/>
                <a:gd name="connsiteY24" fmla="*/ 1977465 h 6100079"/>
                <a:gd name="connsiteX25" fmla="*/ 0 w 5217957"/>
                <a:gd name="connsiteY25" fmla="*/ 2014291 h 6100079"/>
                <a:gd name="connsiteX26" fmla="*/ 0 w 5217957"/>
                <a:gd name="connsiteY26" fmla="*/ 915660 h 6100079"/>
                <a:gd name="connsiteX27" fmla="*/ 58609 w 5217957"/>
                <a:gd name="connsiteY27" fmla="*/ 828051 h 6100079"/>
                <a:gd name="connsiteX28" fmla="*/ 590689 w 5217957"/>
                <a:gd name="connsiteY28" fmla="*/ 385385 h 6100079"/>
                <a:gd name="connsiteX29" fmla="*/ 1951394 w 5217957"/>
                <a:gd name="connsiteY29"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7957" h="6100079">
                  <a:moveTo>
                    <a:pt x="1951394" y="82"/>
                  </a:moveTo>
                  <a:cubicBezTo>
                    <a:pt x="2237632" y="-2119"/>
                    <a:pt x="2536431" y="40011"/>
                    <a:pt x="2855178" y="125419"/>
                  </a:cubicBezTo>
                  <a:cubicBezTo>
                    <a:pt x="3697704" y="351173"/>
                    <a:pt x="4370491" y="894159"/>
                    <a:pt x="4779341" y="1591542"/>
                  </a:cubicBezTo>
                  <a:cubicBezTo>
                    <a:pt x="5195535" y="2301324"/>
                    <a:pt x="5338357" y="3170855"/>
                    <a:pt x="5108574" y="4028416"/>
                  </a:cubicBezTo>
                  <a:cubicBezTo>
                    <a:pt x="4880820" y="4878406"/>
                    <a:pt x="4165604" y="5079965"/>
                    <a:pt x="3459359" y="5487716"/>
                  </a:cubicBezTo>
                  <a:cubicBezTo>
                    <a:pt x="2753115" y="5895466"/>
                    <a:pt x="2053265" y="6257288"/>
                    <a:pt x="1203275" y="6029534"/>
                  </a:cubicBezTo>
                  <a:cubicBezTo>
                    <a:pt x="739885" y="5905369"/>
                    <a:pt x="366400" y="5685345"/>
                    <a:pt x="59921" y="5396467"/>
                  </a:cubicBezTo>
                  <a:lnTo>
                    <a:pt x="0" y="5333381"/>
                  </a:lnTo>
                  <a:lnTo>
                    <a:pt x="0" y="4427327"/>
                  </a:lnTo>
                  <a:lnTo>
                    <a:pt x="112056" y="4602502"/>
                  </a:lnTo>
                  <a:cubicBezTo>
                    <a:pt x="215300" y="4749260"/>
                    <a:pt x="325419" y="4877443"/>
                    <a:pt x="443875" y="4989110"/>
                  </a:cubicBezTo>
                  <a:cubicBezTo>
                    <a:pt x="700709" y="5231113"/>
                    <a:pt x="996455" y="5394516"/>
                    <a:pt x="1348175" y="5488759"/>
                  </a:cubicBezTo>
                  <a:cubicBezTo>
                    <a:pt x="1633379" y="5565179"/>
                    <a:pt x="1910917" y="5556430"/>
                    <a:pt x="2221463" y="5461704"/>
                  </a:cubicBezTo>
                  <a:cubicBezTo>
                    <a:pt x="2541923" y="5363721"/>
                    <a:pt x="2870374" y="5181404"/>
                    <a:pt x="3179339" y="5003023"/>
                  </a:cubicBezTo>
                  <a:cubicBezTo>
                    <a:pt x="3323713" y="4919760"/>
                    <a:pt x="3463978" y="4846641"/>
                    <a:pt x="3599638" y="4775996"/>
                  </a:cubicBezTo>
                  <a:cubicBezTo>
                    <a:pt x="3862436" y="4639263"/>
                    <a:pt x="4089314" y="4521074"/>
                    <a:pt x="4259765" y="4374667"/>
                  </a:cubicBezTo>
                  <a:cubicBezTo>
                    <a:pt x="4418282" y="4238625"/>
                    <a:pt x="4513201" y="4087280"/>
                    <a:pt x="4567742" y="3883732"/>
                  </a:cubicBezTo>
                  <a:cubicBezTo>
                    <a:pt x="4660420" y="3537853"/>
                    <a:pt x="4682033" y="3184640"/>
                    <a:pt x="4631929" y="2833886"/>
                  </a:cubicBezTo>
                  <a:cubicBezTo>
                    <a:pt x="4583584" y="2494734"/>
                    <a:pt x="4470646" y="2172121"/>
                    <a:pt x="4296412" y="1874932"/>
                  </a:cubicBezTo>
                  <a:cubicBezTo>
                    <a:pt x="3944879" y="1275559"/>
                    <a:pt x="3381537" y="846289"/>
                    <a:pt x="2710219" y="666410"/>
                  </a:cubicBezTo>
                  <a:cubicBezTo>
                    <a:pt x="2349955" y="569877"/>
                    <a:pt x="2030161" y="539483"/>
                    <a:pt x="1732642" y="573480"/>
                  </a:cubicBezTo>
                  <a:cubicBezTo>
                    <a:pt x="1440866" y="606814"/>
                    <a:pt x="1158880" y="703976"/>
                    <a:pt x="870621" y="870402"/>
                  </a:cubicBezTo>
                  <a:cubicBezTo>
                    <a:pt x="670160" y="986048"/>
                    <a:pt x="589753" y="1064195"/>
                    <a:pt x="537555" y="1125324"/>
                  </a:cubicBezTo>
                  <a:cubicBezTo>
                    <a:pt x="463218" y="1212400"/>
                    <a:pt x="397708" y="1330125"/>
                    <a:pt x="306995" y="1493030"/>
                  </a:cubicBezTo>
                  <a:cubicBezTo>
                    <a:pt x="234596" y="1623167"/>
                    <a:pt x="145436" y="1783409"/>
                    <a:pt x="23579" y="1977465"/>
                  </a:cubicBezTo>
                  <a:lnTo>
                    <a:pt x="0" y="2014291"/>
                  </a:lnTo>
                  <a:lnTo>
                    <a:pt x="0" y="915660"/>
                  </a:lnTo>
                  <a:lnTo>
                    <a:pt x="58609" y="828051"/>
                  </a:lnTo>
                  <a:cubicBezTo>
                    <a:pt x="177453" y="670481"/>
                    <a:pt x="325847" y="538291"/>
                    <a:pt x="590689" y="385385"/>
                  </a:cubicBezTo>
                  <a:cubicBezTo>
                    <a:pt x="1032159" y="130559"/>
                    <a:pt x="1474330" y="3750"/>
                    <a:pt x="1951394"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a:extLst>
              <a:ext uri="{FF2B5EF4-FFF2-40B4-BE49-F238E27FC236}">
                <a16:creationId xmlns:a16="http://schemas.microsoft.com/office/drawing/2014/main" id="{CA23E2B5-5349-C0C0-0327-C9EA7E4FC5E6}"/>
              </a:ext>
            </a:extLst>
          </p:cNvPr>
          <p:cNvSpPr>
            <a:spLocks noGrp="1"/>
          </p:cNvSpPr>
          <p:nvPr>
            <p:ph type="title"/>
          </p:nvPr>
        </p:nvSpPr>
        <p:spPr>
          <a:xfrm>
            <a:off x="640080" y="1243013"/>
            <a:ext cx="3855720" cy="4371974"/>
          </a:xfrm>
        </p:spPr>
        <p:txBody>
          <a:bodyPr>
            <a:normAutofit/>
          </a:bodyPr>
          <a:lstStyle/>
          <a:p>
            <a:r>
              <a:rPr lang="en-US" sz="3600">
                <a:solidFill>
                  <a:schemeClr val="tx2"/>
                </a:solidFill>
              </a:rPr>
              <a:t>Conclusion &amp; Future Scope</a:t>
            </a:r>
          </a:p>
        </p:txBody>
      </p:sp>
      <p:sp>
        <p:nvSpPr>
          <p:cNvPr id="5" name="Content Placeholder 4">
            <a:extLst>
              <a:ext uri="{FF2B5EF4-FFF2-40B4-BE49-F238E27FC236}">
                <a16:creationId xmlns:a16="http://schemas.microsoft.com/office/drawing/2014/main" id="{1B9D83A2-C71E-838C-7FE3-6D93CC8070CE}"/>
              </a:ext>
            </a:extLst>
          </p:cNvPr>
          <p:cNvSpPr>
            <a:spLocks noGrp="1"/>
          </p:cNvSpPr>
          <p:nvPr>
            <p:ph idx="1"/>
          </p:nvPr>
        </p:nvSpPr>
        <p:spPr>
          <a:xfrm>
            <a:off x="6172200" y="804672"/>
            <a:ext cx="5221224" cy="5230368"/>
          </a:xfrm>
        </p:spPr>
        <p:txBody>
          <a:bodyPr anchor="ctr">
            <a:normAutofit/>
          </a:bodyPr>
          <a:lstStyle/>
          <a:p>
            <a:r>
              <a:rPr lang="en-US" sz="1800" b="1">
                <a:solidFill>
                  <a:schemeClr val="tx2"/>
                </a:solidFill>
              </a:rPr>
              <a:t>Summary:</a:t>
            </a:r>
            <a:r>
              <a:rPr lang="en-US" sz="1800">
                <a:solidFill>
                  <a:schemeClr val="tx2"/>
                </a:solidFill>
              </a:rPr>
              <a:t> Successfully built a pipeline from raw data to a working predictive tool.</a:t>
            </a:r>
          </a:p>
          <a:p>
            <a:r>
              <a:rPr lang="en-US" sz="1800" b="1">
                <a:solidFill>
                  <a:schemeClr val="tx2"/>
                </a:solidFill>
              </a:rPr>
              <a:t>Findings:</a:t>
            </a:r>
            <a:r>
              <a:rPr lang="en-US" sz="1800">
                <a:solidFill>
                  <a:schemeClr val="tx2"/>
                </a:solidFill>
              </a:rPr>
              <a:t> Mention which model performed better (Random Forest vs. Neural Network).</a:t>
            </a:r>
          </a:p>
          <a:p>
            <a:r>
              <a:rPr lang="en-US" sz="1800" b="1">
                <a:solidFill>
                  <a:schemeClr val="tx2"/>
                </a:solidFill>
              </a:rPr>
              <a:t>Future Improvements:</a:t>
            </a:r>
            <a:r>
              <a:rPr lang="en-US" sz="1800">
                <a:solidFill>
                  <a:schemeClr val="tx2"/>
                </a:solidFill>
              </a:rPr>
              <a:t> * Integrating more historical data.</a:t>
            </a:r>
          </a:p>
          <a:p>
            <a:pPr lvl="1"/>
            <a:r>
              <a:rPr lang="en-US" sz="1800">
                <a:solidFill>
                  <a:schemeClr val="tx2"/>
                </a:solidFill>
              </a:rPr>
              <a:t>Deploying the model as a web application.</a:t>
            </a:r>
          </a:p>
          <a:p>
            <a:pPr lvl="1"/>
            <a:r>
              <a:rPr lang="en-US" sz="1800">
                <a:solidFill>
                  <a:schemeClr val="tx2"/>
                </a:solidFill>
              </a:rPr>
              <a:t>Automating data cleaning for new entries.</a:t>
            </a:r>
          </a:p>
          <a:p>
            <a:endParaRPr lang="en-US" sz="1800">
              <a:solidFill>
                <a:schemeClr val="tx2"/>
              </a:solidFill>
            </a:endParaRPr>
          </a:p>
        </p:txBody>
      </p:sp>
    </p:spTree>
    <p:extLst>
      <p:ext uri="{BB962C8B-B14F-4D97-AF65-F5344CB8AC3E}">
        <p14:creationId xmlns:p14="http://schemas.microsoft.com/office/powerpoint/2010/main" val="2578438637"/>
      </p:ext>
    </p:extLst>
  </p:cSld>
  <p:clrMapOvr>
    <a:masterClrMapping/>
  </p:clrMapOvr>
</p:sld>
</file>

<file path=ppt/theme/theme1.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67</TotalTime>
  <Words>877</Words>
  <Application>Microsoft Office PowerPoint</Application>
  <PresentationFormat>Widescreen</PresentationFormat>
  <Paragraphs>48</Paragraphs>
  <Slides>12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Calibri</vt:lpstr>
      <vt:lpstr>Calibri Light</vt:lpstr>
      <vt:lpstr>Courier New</vt:lpstr>
      <vt:lpstr>Office 2013 - 2022 Theme</vt:lpstr>
      <vt:lpstr>Presented by: Amal Abdirahman Date: 30th April 2026</vt:lpstr>
      <vt:lpstr>Project Overview &amp; Objectives</vt:lpstr>
      <vt:lpstr>Data Loading &amp; Initial Exploration</vt:lpstr>
      <vt:lpstr>Data Visualization (Univariate Analysis)</vt:lpstr>
      <vt:lpstr>Cont…</vt:lpstr>
      <vt:lpstr>Data Visualization (Multivariate Analysis)</vt:lpstr>
      <vt:lpstr>Cont…</vt:lpstr>
      <vt:lpstr>Data Cleaning &amp; Preparation</vt:lpstr>
      <vt:lpstr>Model Training &amp; Comparison</vt:lpstr>
      <vt:lpstr>Performance Evaluation</vt:lpstr>
      <vt:lpstr>Interactive Demo (Implementation)</vt:lpstr>
      <vt:lpstr>Conclusion &amp; Future Scope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hibak sahal</dc:creator>
  <cp:lastModifiedBy>USER</cp:lastModifiedBy>
  <cp:revision>3</cp:revision>
  <dcterms:created xsi:type="dcterms:W3CDTF">2026-04-30T07:59:01Z</dcterms:created>
  <dcterms:modified xsi:type="dcterms:W3CDTF">2026-04-30T09:52:40Z</dcterms:modified>
</cp:coreProperties>
</file>